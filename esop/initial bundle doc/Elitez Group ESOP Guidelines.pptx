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315_9FFCEA6F.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639" r:id="rId2"/>
    <p:sldId id="734" r:id="rId3"/>
    <p:sldId id="786" r:id="rId4"/>
    <p:sldId id="788" r:id="rId5"/>
    <p:sldId id="789" r:id="rId6"/>
    <p:sldId id="791" r:id="rId7"/>
    <p:sldId id="792" r:id="rId8"/>
    <p:sldId id="79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B9FC9A8-FB83-AC3B-3999-6E6F7C5E666B}" name="Daryl Toh" initials="DT" userId="2a605ad19174ffb1"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B00"/>
    <a:srgbClr val="002A3D"/>
    <a:srgbClr val="F5F5F5"/>
    <a:srgbClr val="474E5D"/>
    <a:srgbClr val="FFA046"/>
    <a:srgbClr val="D8D7D0"/>
    <a:srgbClr val="FFFFFF"/>
    <a:srgbClr val="004D71"/>
    <a:srgbClr val="FBECD6"/>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87"/>
  </p:normalViewPr>
  <p:slideViewPr>
    <p:cSldViewPr snapToGrid="0">
      <p:cViewPr varScale="1">
        <p:scale>
          <a:sx n="90" d="100"/>
          <a:sy n="90" d="100"/>
        </p:scale>
        <p:origin x="232" y="50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omments/modernComment_315_9FFCEA6F.xml><?xml version="1.0" encoding="utf-8"?>
<p188:cmLst xmlns:a="http://schemas.openxmlformats.org/drawingml/2006/main" xmlns:r="http://schemas.openxmlformats.org/officeDocument/2006/relationships" xmlns:p188="http://schemas.microsoft.com/office/powerpoint/2018/8/main">
  <p188:cm id="{F50A0D34-2F29-8B4E-8F4F-F1CEF2FF9F90}" authorId="{EB9FC9A8-FB83-AC3B-3999-6E6F7C5E666B}" created="2023-10-28T04:22:10.872">
    <ac:txMkLst xmlns:ac="http://schemas.microsoft.com/office/drawing/2013/main/command">
      <pc:docMk xmlns:pc="http://schemas.microsoft.com/office/powerpoint/2013/main/command"/>
      <pc:sldMk xmlns:pc="http://schemas.microsoft.com/office/powerpoint/2013/main/command" cId="2684152431" sldId="789"/>
      <ac:spMk id="2" creationId="{5C6143F3-FA7F-2C1D-7DF8-ECC8535AF99E}"/>
      <ac:txMk cp="455" len="78">
        <ac:context len="673" hash="2573398155"/>
      </ac:txMk>
    </ac:txMkLst>
    <p188:pos x="10106027" y="3602695"/>
    <p188:txBody>
      <a:bodyPr/>
      <a:lstStyle/>
      <a:p>
        <a:r>
          <a:rPr lang="en-US"/>
          <a:t>How about Q Hunter, Hey Rocket and future acquisition</a:t>
        </a:r>
      </a:p>
    </p188:txBody>
  </p188:cm>
  <p188:cm id="{DDE5FAD3-8F99-8048-9788-235E85216064}" authorId="{EB9FC9A8-FB83-AC3B-3999-6E6F7C5E666B}" created="2023-10-28T04:22:48.331">
    <ac:txMkLst xmlns:ac="http://schemas.microsoft.com/office/drawing/2013/main/command">
      <pc:docMk xmlns:pc="http://schemas.microsoft.com/office/powerpoint/2013/main/command"/>
      <pc:sldMk xmlns:pc="http://schemas.microsoft.com/office/powerpoint/2013/main/command" cId="2684152431" sldId="789"/>
      <ac:spMk id="2" creationId="{5C6143F3-FA7F-2C1D-7DF8-ECC8535AF99E}"/>
      <ac:txMk cp="455" len="78">
        <ac:context len="673" hash="2573398155"/>
      </ac:txMk>
    </ac:txMkLst>
    <p188:pos x="10106027" y="3602695"/>
    <p188:txBody>
      <a:bodyPr/>
      <a:lstStyle/>
      <a:p>
        <a:r>
          <a:rPr lang="en-US"/>
          <a:t>How about Q Hunter, Hey Rocket and future acquisition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37358899-669E-8B4C-A781-D417AF3C451E}" type="datetimeFigureOut">
              <a:rPr lang="en-US" smtClean="0"/>
              <a:t>10/28/23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A111A5-C6C1-BC4B-A0CE-E2A64DBC331E}" type="slidenum">
              <a:rPr lang="en-US" smtClean="0"/>
              <a:t>‹#›</a:t>
            </a:fld>
            <a:endParaRPr lang="en-US"/>
          </a:p>
        </p:txBody>
      </p:sp>
    </p:spTree>
    <p:extLst>
      <p:ext uri="{BB962C8B-B14F-4D97-AF65-F5344CB8AC3E}">
        <p14:creationId xmlns:p14="http://schemas.microsoft.com/office/powerpoint/2010/main" val="2240763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6A111A5-C6C1-BC4B-A0CE-E2A64DBC331E}" type="slidenum">
              <a:rPr lang="en-US" smtClean="0"/>
              <a:t>1</a:t>
            </a:fld>
            <a:endParaRPr lang="en-US"/>
          </a:p>
        </p:txBody>
      </p:sp>
    </p:spTree>
    <p:extLst>
      <p:ext uri="{BB962C8B-B14F-4D97-AF65-F5344CB8AC3E}">
        <p14:creationId xmlns:p14="http://schemas.microsoft.com/office/powerpoint/2010/main" val="118290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6A111A5-C6C1-BC4B-A0CE-E2A64DBC331E}" type="slidenum">
              <a:rPr lang="en-US" smtClean="0"/>
              <a:t>2</a:t>
            </a:fld>
            <a:endParaRPr lang="en-US"/>
          </a:p>
        </p:txBody>
      </p:sp>
    </p:spTree>
    <p:extLst>
      <p:ext uri="{BB962C8B-B14F-4D97-AF65-F5344CB8AC3E}">
        <p14:creationId xmlns:p14="http://schemas.microsoft.com/office/powerpoint/2010/main" val="3827773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6A111A5-C6C1-BC4B-A0CE-E2A64DBC331E}" type="slidenum">
              <a:rPr lang="en-US" smtClean="0"/>
              <a:t>3</a:t>
            </a:fld>
            <a:endParaRPr lang="en-US"/>
          </a:p>
        </p:txBody>
      </p:sp>
    </p:spTree>
    <p:extLst>
      <p:ext uri="{BB962C8B-B14F-4D97-AF65-F5344CB8AC3E}">
        <p14:creationId xmlns:p14="http://schemas.microsoft.com/office/powerpoint/2010/main" val="2277518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6A111A5-C6C1-BC4B-A0CE-E2A64DBC331E}" type="slidenum">
              <a:rPr lang="en-US" smtClean="0"/>
              <a:t>4</a:t>
            </a:fld>
            <a:endParaRPr lang="en-US"/>
          </a:p>
        </p:txBody>
      </p:sp>
    </p:spTree>
    <p:extLst>
      <p:ext uri="{BB962C8B-B14F-4D97-AF65-F5344CB8AC3E}">
        <p14:creationId xmlns:p14="http://schemas.microsoft.com/office/powerpoint/2010/main" val="2930979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6A111A5-C6C1-BC4B-A0CE-E2A64DBC331E}" type="slidenum">
              <a:rPr lang="en-US" smtClean="0"/>
              <a:t>5</a:t>
            </a:fld>
            <a:endParaRPr lang="en-US"/>
          </a:p>
        </p:txBody>
      </p:sp>
    </p:spTree>
    <p:extLst>
      <p:ext uri="{BB962C8B-B14F-4D97-AF65-F5344CB8AC3E}">
        <p14:creationId xmlns:p14="http://schemas.microsoft.com/office/powerpoint/2010/main" val="1022065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6A111A5-C6C1-BC4B-A0CE-E2A64DBC331E}" type="slidenum">
              <a:rPr lang="en-US" smtClean="0"/>
              <a:t>6</a:t>
            </a:fld>
            <a:endParaRPr lang="en-US"/>
          </a:p>
        </p:txBody>
      </p:sp>
    </p:spTree>
    <p:extLst>
      <p:ext uri="{BB962C8B-B14F-4D97-AF65-F5344CB8AC3E}">
        <p14:creationId xmlns:p14="http://schemas.microsoft.com/office/powerpoint/2010/main" val="3107971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6A111A5-C6C1-BC4B-A0CE-E2A64DBC331E}" type="slidenum">
              <a:rPr lang="en-US" smtClean="0"/>
              <a:t>7</a:t>
            </a:fld>
            <a:endParaRPr lang="en-US"/>
          </a:p>
        </p:txBody>
      </p:sp>
    </p:spTree>
    <p:extLst>
      <p:ext uri="{BB962C8B-B14F-4D97-AF65-F5344CB8AC3E}">
        <p14:creationId xmlns:p14="http://schemas.microsoft.com/office/powerpoint/2010/main" val="2665177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6A111A5-C6C1-BC4B-A0CE-E2A64DBC331E}" type="slidenum">
              <a:rPr lang="en-US" smtClean="0"/>
              <a:t>8</a:t>
            </a:fld>
            <a:endParaRPr lang="en-US"/>
          </a:p>
        </p:txBody>
      </p:sp>
    </p:spTree>
    <p:extLst>
      <p:ext uri="{BB962C8B-B14F-4D97-AF65-F5344CB8AC3E}">
        <p14:creationId xmlns:p14="http://schemas.microsoft.com/office/powerpoint/2010/main" val="12193389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8" name="Picture 7" descr="A map of the world&#10;&#10;Description automatically generated with medium confidence">
            <a:extLst>
              <a:ext uri="{FF2B5EF4-FFF2-40B4-BE49-F238E27FC236}">
                <a16:creationId xmlns:a16="http://schemas.microsoft.com/office/drawing/2014/main" id="{AD652231-B1BF-8A7C-E3FC-7A6C8D6C1FBF}"/>
              </a:ext>
            </a:extLst>
          </p:cNvPr>
          <p:cNvPicPr>
            <a:picLocks noChangeAspect="1"/>
          </p:cNvPicPr>
          <p:nvPr userDrawn="1"/>
        </p:nvPicPr>
        <p:blipFill>
          <a:blip r:embed="rId2"/>
          <a:stretch>
            <a:fillRect/>
          </a:stretch>
        </p:blipFill>
        <p:spPr>
          <a:xfrm>
            <a:off x="2951826" y="0"/>
            <a:ext cx="9818244" cy="6577980"/>
          </a:xfrm>
          <a:prstGeom prst="rect">
            <a:avLst/>
          </a:prstGeom>
        </p:spPr>
      </p:pic>
      <p:sp>
        <p:nvSpPr>
          <p:cNvPr id="9" name="Title 4">
            <a:extLst>
              <a:ext uri="{FF2B5EF4-FFF2-40B4-BE49-F238E27FC236}">
                <a16:creationId xmlns:a16="http://schemas.microsoft.com/office/drawing/2014/main" id="{811995C3-0E49-DF88-7419-5091A0E47DB7}"/>
              </a:ext>
            </a:extLst>
          </p:cNvPr>
          <p:cNvSpPr>
            <a:spLocks noGrp="1"/>
          </p:cNvSpPr>
          <p:nvPr>
            <p:ph type="ctrTitle"/>
          </p:nvPr>
        </p:nvSpPr>
        <p:spPr>
          <a:xfrm>
            <a:off x="828735" y="4761186"/>
            <a:ext cx="5097518" cy="1244217"/>
          </a:xfrm>
        </p:spPr>
        <p:txBody>
          <a:bodyPr>
            <a:noAutofit/>
          </a:bodyPr>
          <a:lstStyle/>
          <a:p>
            <a:pPr algn="l"/>
            <a:r>
              <a:rPr lang="en-US" sz="4400"/>
              <a:t>REGIONAL</a:t>
            </a:r>
            <a:br>
              <a:rPr lang="en-US" sz="4400"/>
            </a:br>
            <a:r>
              <a:rPr lang="en-US" sz="4400"/>
              <a:t>FOOTPRINT</a:t>
            </a:r>
          </a:p>
        </p:txBody>
      </p:sp>
    </p:spTree>
    <p:extLst>
      <p:ext uri="{BB962C8B-B14F-4D97-AF65-F5344CB8AC3E}">
        <p14:creationId xmlns:p14="http://schemas.microsoft.com/office/powerpoint/2010/main" val="948357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BAE30-C466-AF4B-AC31-0B2CFC06384D}"/>
              </a:ext>
            </a:extLst>
          </p:cNvPr>
          <p:cNvSpPr>
            <a:spLocks noGrp="1"/>
          </p:cNvSpPr>
          <p:nvPr>
            <p:ph type="ctrTitle"/>
          </p:nvPr>
        </p:nvSpPr>
        <p:spPr>
          <a:xfrm>
            <a:off x="1524000" y="1671003"/>
            <a:ext cx="9144000" cy="2387600"/>
          </a:xfrm>
        </p:spPr>
        <p:txBody>
          <a:bodyPr anchor="b">
            <a:normAutofit/>
          </a:bodyPr>
          <a:lstStyle>
            <a:lvl1pPr algn="ctr">
              <a:defRPr sz="5800" b="1" i="0">
                <a:latin typeface="Gotham" panose="02000504050000020004" pitchFamily="2" charset="0"/>
              </a:defRPr>
            </a:lvl1pPr>
          </a:lstStyle>
          <a:p>
            <a:r>
              <a:rPr lang="en-US"/>
              <a:t>Click to edit Master title style</a:t>
            </a:r>
          </a:p>
        </p:txBody>
      </p:sp>
      <p:sp>
        <p:nvSpPr>
          <p:cNvPr id="3" name="Subtitle 2">
            <a:extLst>
              <a:ext uri="{FF2B5EF4-FFF2-40B4-BE49-F238E27FC236}">
                <a16:creationId xmlns:a16="http://schemas.microsoft.com/office/drawing/2014/main" id="{12076F5F-5881-4E43-8831-9D3360F70629}"/>
              </a:ext>
            </a:extLst>
          </p:cNvPr>
          <p:cNvSpPr>
            <a:spLocks noGrp="1"/>
          </p:cNvSpPr>
          <p:nvPr>
            <p:ph type="subTitle" idx="1"/>
          </p:nvPr>
        </p:nvSpPr>
        <p:spPr>
          <a:xfrm>
            <a:off x="1524000" y="4150678"/>
            <a:ext cx="9144000" cy="1655762"/>
          </a:xfrm>
        </p:spPr>
        <p:txBody>
          <a:bodyPr/>
          <a:lstStyle>
            <a:lvl1pPr marL="0" indent="0" algn="ctr">
              <a:buNone/>
              <a:defRPr sz="2400" b="0" i="0">
                <a:latin typeface="GOTHAM-MEDIUM" panose="0200050405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4" name="Picture 13" descr="Logo&#10;&#10;Description automatically generated">
            <a:extLst>
              <a:ext uri="{FF2B5EF4-FFF2-40B4-BE49-F238E27FC236}">
                <a16:creationId xmlns:a16="http://schemas.microsoft.com/office/drawing/2014/main" id="{FAF06CF0-15A3-ACBA-3A4D-C001B8D5C11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1265" y="603926"/>
            <a:ext cx="2005469" cy="827319"/>
          </a:xfrm>
          <a:prstGeom prst="rect">
            <a:avLst/>
          </a:prstGeom>
        </p:spPr>
      </p:pic>
    </p:spTree>
    <p:extLst>
      <p:ext uri="{BB962C8B-B14F-4D97-AF65-F5344CB8AC3E}">
        <p14:creationId xmlns:p14="http://schemas.microsoft.com/office/powerpoint/2010/main" val="1994562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BAE30-C466-AF4B-AC31-0B2CFC06384D}"/>
              </a:ext>
            </a:extLst>
          </p:cNvPr>
          <p:cNvSpPr>
            <a:spLocks noGrp="1"/>
          </p:cNvSpPr>
          <p:nvPr>
            <p:ph type="ctrTitle"/>
          </p:nvPr>
        </p:nvSpPr>
        <p:spPr>
          <a:xfrm>
            <a:off x="1524000" y="1122363"/>
            <a:ext cx="9144000" cy="2387600"/>
          </a:xfrm>
        </p:spPr>
        <p:txBody>
          <a:bodyPr anchor="b"/>
          <a:lstStyle>
            <a:lvl1pPr algn="ctr">
              <a:defRPr sz="6000" b="1" i="0">
                <a:latin typeface="Gotham" panose="02000504050000020004" pitchFamily="2" charset="0"/>
              </a:defRPr>
            </a:lvl1pPr>
          </a:lstStyle>
          <a:p>
            <a:r>
              <a:rPr lang="en-US"/>
              <a:t>Click to edit Master title style</a:t>
            </a:r>
          </a:p>
        </p:txBody>
      </p:sp>
      <p:sp>
        <p:nvSpPr>
          <p:cNvPr id="3" name="Subtitle 2">
            <a:extLst>
              <a:ext uri="{FF2B5EF4-FFF2-40B4-BE49-F238E27FC236}">
                <a16:creationId xmlns:a16="http://schemas.microsoft.com/office/drawing/2014/main" id="{12076F5F-5881-4E43-8831-9D3360F70629}"/>
              </a:ext>
            </a:extLst>
          </p:cNvPr>
          <p:cNvSpPr>
            <a:spLocks noGrp="1"/>
          </p:cNvSpPr>
          <p:nvPr>
            <p:ph type="subTitle" idx="1"/>
          </p:nvPr>
        </p:nvSpPr>
        <p:spPr>
          <a:xfrm>
            <a:off x="1524000" y="3602038"/>
            <a:ext cx="9144000" cy="1655762"/>
          </a:xfrm>
        </p:spPr>
        <p:txBody>
          <a:bodyPr/>
          <a:lstStyle>
            <a:lvl1pPr marL="0" indent="0" algn="ctr">
              <a:buNone/>
              <a:defRPr sz="2400" b="0" i="0">
                <a:latin typeface="GOTHAM-MEDIUM" panose="0200050405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298791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49" name="Picture Placeholder 38">
            <a:extLst>
              <a:ext uri="{FF2B5EF4-FFF2-40B4-BE49-F238E27FC236}">
                <a16:creationId xmlns:a16="http://schemas.microsoft.com/office/drawing/2014/main" id="{D4CC1623-FAD0-6930-6AB0-2B5F0825356C}"/>
              </a:ext>
            </a:extLst>
          </p:cNvPr>
          <p:cNvSpPr>
            <a:spLocks noGrp="1"/>
          </p:cNvSpPr>
          <p:nvPr>
            <p:ph type="pic" sz="quarter" idx="16"/>
          </p:nvPr>
        </p:nvSpPr>
        <p:spPr>
          <a:xfrm>
            <a:off x="9674832" y="1948906"/>
            <a:ext cx="1862137" cy="1870075"/>
          </a:xfrm>
        </p:spPr>
        <p:txBody>
          <a:bodyPr/>
          <a:lstStyle/>
          <a:p>
            <a:endParaRPr lang="en-US"/>
          </a:p>
        </p:txBody>
      </p:sp>
      <p:sp>
        <p:nvSpPr>
          <p:cNvPr id="46" name="Picture Placeholder 38">
            <a:extLst>
              <a:ext uri="{FF2B5EF4-FFF2-40B4-BE49-F238E27FC236}">
                <a16:creationId xmlns:a16="http://schemas.microsoft.com/office/drawing/2014/main" id="{39BCCEE4-DF24-D4B7-DA7D-6D1875B15B1E}"/>
              </a:ext>
            </a:extLst>
          </p:cNvPr>
          <p:cNvSpPr>
            <a:spLocks noGrp="1"/>
          </p:cNvSpPr>
          <p:nvPr>
            <p:ph type="pic" sz="quarter" idx="15"/>
          </p:nvPr>
        </p:nvSpPr>
        <p:spPr>
          <a:xfrm>
            <a:off x="6757051" y="1948906"/>
            <a:ext cx="1862137" cy="1870075"/>
          </a:xfrm>
        </p:spPr>
        <p:txBody>
          <a:bodyPr/>
          <a:lstStyle/>
          <a:p>
            <a:endParaRPr lang="en-US"/>
          </a:p>
        </p:txBody>
      </p:sp>
      <p:sp>
        <p:nvSpPr>
          <p:cNvPr id="44" name="Picture Placeholder 38">
            <a:extLst>
              <a:ext uri="{FF2B5EF4-FFF2-40B4-BE49-F238E27FC236}">
                <a16:creationId xmlns:a16="http://schemas.microsoft.com/office/drawing/2014/main" id="{AB85610A-029E-AD19-E55E-28AB4B0F7B03}"/>
              </a:ext>
            </a:extLst>
          </p:cNvPr>
          <p:cNvSpPr>
            <a:spLocks noGrp="1"/>
          </p:cNvSpPr>
          <p:nvPr>
            <p:ph type="pic" sz="quarter" idx="14"/>
          </p:nvPr>
        </p:nvSpPr>
        <p:spPr>
          <a:xfrm>
            <a:off x="3851256" y="1963720"/>
            <a:ext cx="1862137" cy="1870075"/>
          </a:xfrm>
        </p:spPr>
        <p:txBody>
          <a:bodyPr/>
          <a:lstStyle/>
          <a:p>
            <a:endParaRPr lang="en-US"/>
          </a:p>
        </p:txBody>
      </p:sp>
      <p:sp>
        <p:nvSpPr>
          <p:cNvPr id="41" name="Picture Placeholder 38">
            <a:extLst>
              <a:ext uri="{FF2B5EF4-FFF2-40B4-BE49-F238E27FC236}">
                <a16:creationId xmlns:a16="http://schemas.microsoft.com/office/drawing/2014/main" id="{C7F6E23F-B342-2CB1-D8F3-327D48AFEDBE}"/>
              </a:ext>
            </a:extLst>
          </p:cNvPr>
          <p:cNvSpPr>
            <a:spLocks noGrp="1"/>
          </p:cNvSpPr>
          <p:nvPr>
            <p:ph type="pic" sz="quarter" idx="13"/>
          </p:nvPr>
        </p:nvSpPr>
        <p:spPr>
          <a:xfrm>
            <a:off x="941388" y="1949450"/>
            <a:ext cx="1862137" cy="1870075"/>
          </a:xfrm>
        </p:spPr>
        <p:txBody>
          <a:bodyPr/>
          <a:lstStyle/>
          <a:p>
            <a:endParaRPr lang="en-US"/>
          </a:p>
        </p:txBody>
      </p:sp>
      <p:sp>
        <p:nvSpPr>
          <p:cNvPr id="3" name="Date Placeholder 2">
            <a:extLst>
              <a:ext uri="{FF2B5EF4-FFF2-40B4-BE49-F238E27FC236}">
                <a16:creationId xmlns:a16="http://schemas.microsoft.com/office/drawing/2014/main" id="{7FDD721F-8ED7-6D71-56CA-77EEFA1F6B69}"/>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2348BE3-82E0-05E4-399D-AFB33CFEC7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EA9ECC-42B3-A693-E561-043B341CB307}"/>
              </a:ext>
            </a:extLst>
          </p:cNvPr>
          <p:cNvSpPr>
            <a:spLocks noGrp="1"/>
          </p:cNvSpPr>
          <p:nvPr>
            <p:ph type="sldNum" sz="quarter" idx="12"/>
          </p:nvPr>
        </p:nvSpPr>
        <p:spPr/>
        <p:txBody>
          <a:bodyPr/>
          <a:lstStyle/>
          <a:p>
            <a:fld id="{D4EAB22A-49B1-394D-9613-2063BE68B20D}" type="slidenum">
              <a:rPr lang="en-US" smtClean="0"/>
              <a:t>‹#›</a:t>
            </a:fld>
            <a:endParaRPr lang="en-US"/>
          </a:p>
        </p:txBody>
      </p:sp>
      <p:sp>
        <p:nvSpPr>
          <p:cNvPr id="11" name="TextBox 6">
            <a:extLst>
              <a:ext uri="{FF2B5EF4-FFF2-40B4-BE49-F238E27FC236}">
                <a16:creationId xmlns:a16="http://schemas.microsoft.com/office/drawing/2014/main" id="{49653B6C-4E06-CAAE-E964-5D916FD0F26A}"/>
              </a:ext>
            </a:extLst>
          </p:cNvPr>
          <p:cNvSpPr txBox="1"/>
          <p:nvPr/>
        </p:nvSpPr>
        <p:spPr>
          <a:xfrm>
            <a:off x="2466635" y="7071360"/>
            <a:ext cx="2453486" cy="1060483"/>
          </a:xfrm>
          <a:prstGeom prst="rect">
            <a:avLst/>
          </a:prstGeom>
        </p:spPr>
        <p:txBody>
          <a:bodyPr lIns="0" tIns="0" rIns="0" bIns="0" rtlCol="0" anchor="t">
            <a:spAutoFit/>
          </a:bodyPr>
          <a:lstStyle/>
          <a:p>
            <a:pPr algn="ctr">
              <a:lnSpc>
                <a:spcPts val="2053"/>
              </a:lnSpc>
            </a:pPr>
            <a:r>
              <a:rPr lang="en-US" sz="1466">
                <a:solidFill>
                  <a:srgbClr val="002A3D"/>
                </a:solidFill>
                <a:latin typeface="Gotham 1 Bold"/>
              </a:rPr>
              <a:t>Dynamic Human Capital</a:t>
            </a:r>
          </a:p>
          <a:p>
            <a:pPr algn="ctr">
              <a:lnSpc>
                <a:spcPts val="2053"/>
              </a:lnSpc>
            </a:pPr>
            <a:r>
              <a:rPr lang="en-US" sz="1466">
                <a:solidFill>
                  <a:srgbClr val="002A3D"/>
                </a:solidFill>
                <a:latin typeface="Gotham 2 Bold Italics"/>
              </a:rPr>
              <a:t>Director</a:t>
            </a:r>
          </a:p>
          <a:p>
            <a:pPr algn="ctr">
              <a:lnSpc>
                <a:spcPts val="1418"/>
              </a:lnSpc>
            </a:pPr>
            <a:r>
              <a:rPr lang="en-US" sz="1013" i="1">
                <a:solidFill>
                  <a:srgbClr val="002A3D"/>
                </a:solidFill>
                <a:latin typeface="Gotham 3"/>
              </a:rPr>
              <a:t>12 years in recruitment. </a:t>
            </a:r>
          </a:p>
          <a:p>
            <a:pPr algn="ctr">
              <a:lnSpc>
                <a:spcPts val="1418"/>
              </a:lnSpc>
            </a:pPr>
            <a:r>
              <a:rPr lang="en-US" sz="1013" i="1">
                <a:solidFill>
                  <a:srgbClr val="002A3D"/>
                </a:solidFill>
                <a:latin typeface="Gotham 3"/>
              </a:rPr>
              <a:t>Founded DHC, a Human Capital Partner of Ministry of Manpower</a:t>
            </a:r>
          </a:p>
        </p:txBody>
      </p:sp>
      <p:grpSp>
        <p:nvGrpSpPr>
          <p:cNvPr id="62" name="Group 61">
            <a:extLst>
              <a:ext uri="{FF2B5EF4-FFF2-40B4-BE49-F238E27FC236}">
                <a16:creationId xmlns:a16="http://schemas.microsoft.com/office/drawing/2014/main" id="{CC4AA736-6584-A163-92D3-28B3D349A967}"/>
              </a:ext>
            </a:extLst>
          </p:cNvPr>
          <p:cNvGrpSpPr/>
          <p:nvPr userDrawn="1"/>
        </p:nvGrpSpPr>
        <p:grpSpPr>
          <a:xfrm>
            <a:off x="706575" y="1506148"/>
            <a:ext cx="3044639" cy="3223034"/>
            <a:chOff x="706575" y="1506148"/>
            <a:chExt cx="3044639" cy="3223034"/>
          </a:xfrm>
        </p:grpSpPr>
        <p:sp>
          <p:nvSpPr>
            <p:cNvPr id="33" name="Freeform 14">
              <a:extLst>
                <a:ext uri="{FF2B5EF4-FFF2-40B4-BE49-F238E27FC236}">
                  <a16:creationId xmlns:a16="http://schemas.microsoft.com/office/drawing/2014/main" id="{49031D19-CF18-EEFA-5AAF-8F398E73D46D}"/>
                </a:ext>
              </a:extLst>
            </p:cNvPr>
            <p:cNvSpPr/>
            <p:nvPr/>
          </p:nvSpPr>
          <p:spPr>
            <a:xfrm>
              <a:off x="706575" y="1684545"/>
              <a:ext cx="1861736" cy="1862226"/>
            </a:xfrm>
            <a:custGeom>
              <a:avLst/>
              <a:gdLst/>
              <a:ahLst/>
              <a:cxnLst/>
              <a:rect l="l" t="t" r="r" b="b"/>
              <a:pathLst>
                <a:path w="497011" h="497142">
                  <a:moveTo>
                    <a:pt x="0" y="0"/>
                  </a:moveTo>
                  <a:lnTo>
                    <a:pt x="497011" y="0"/>
                  </a:lnTo>
                  <a:lnTo>
                    <a:pt x="497011" y="497142"/>
                  </a:lnTo>
                  <a:lnTo>
                    <a:pt x="0" y="497142"/>
                  </a:lnTo>
                  <a:close/>
                </a:path>
              </a:pathLst>
            </a:custGeom>
            <a:solidFill>
              <a:srgbClr val="000000">
                <a:alpha val="0"/>
              </a:srgbClr>
            </a:solidFill>
            <a:ln w="9525">
              <a:solidFill>
                <a:srgbClr val="FF6B00"/>
              </a:solidFill>
            </a:ln>
          </p:spPr>
        </p:sp>
        <p:sp>
          <p:nvSpPr>
            <p:cNvPr id="34" name="TextBox 15">
              <a:extLst>
                <a:ext uri="{FF2B5EF4-FFF2-40B4-BE49-F238E27FC236}">
                  <a16:creationId xmlns:a16="http://schemas.microsoft.com/office/drawing/2014/main" id="{4BBD0945-8569-A78C-E8E1-975780CB36CF}"/>
                </a:ext>
              </a:extLst>
            </p:cNvPr>
            <p:cNvSpPr txBox="1"/>
            <p:nvPr/>
          </p:nvSpPr>
          <p:spPr>
            <a:xfrm>
              <a:off x="706575" y="1506148"/>
              <a:ext cx="3044639" cy="3223034"/>
            </a:xfrm>
            <a:prstGeom prst="rect">
              <a:avLst/>
            </a:prstGeom>
          </p:spPr>
          <p:txBody>
            <a:bodyPr lIns="33867" tIns="33867" rIns="33867" bIns="33867" rtlCol="0" anchor="ctr"/>
            <a:lstStyle/>
            <a:p>
              <a:pPr algn="ctr">
                <a:lnSpc>
                  <a:spcPts val="2427"/>
                </a:lnSpc>
              </a:pPr>
              <a:endParaRPr sz="1200"/>
            </a:p>
          </p:txBody>
        </p:sp>
      </p:grpSp>
      <p:grpSp>
        <p:nvGrpSpPr>
          <p:cNvPr id="19" name="Group 18">
            <a:extLst>
              <a:ext uri="{FF2B5EF4-FFF2-40B4-BE49-F238E27FC236}">
                <a16:creationId xmlns:a16="http://schemas.microsoft.com/office/drawing/2014/main" id="{FBED84D8-8B84-0AED-9EED-0F3FFF395FF7}"/>
              </a:ext>
            </a:extLst>
          </p:cNvPr>
          <p:cNvGrpSpPr/>
          <p:nvPr userDrawn="1"/>
        </p:nvGrpSpPr>
        <p:grpSpPr>
          <a:xfrm>
            <a:off x="3569894" y="1684545"/>
            <a:ext cx="1861736" cy="1862226"/>
            <a:chOff x="0" y="0"/>
            <a:chExt cx="497011" cy="497142"/>
          </a:xfrm>
        </p:grpSpPr>
        <p:sp>
          <p:nvSpPr>
            <p:cNvPr id="30" name="Freeform 19">
              <a:extLst>
                <a:ext uri="{FF2B5EF4-FFF2-40B4-BE49-F238E27FC236}">
                  <a16:creationId xmlns:a16="http://schemas.microsoft.com/office/drawing/2014/main" id="{A1BA59FC-06A4-9754-0C37-39542577CA69}"/>
                </a:ext>
              </a:extLst>
            </p:cNvPr>
            <p:cNvSpPr/>
            <p:nvPr/>
          </p:nvSpPr>
          <p:spPr>
            <a:xfrm>
              <a:off x="0" y="0"/>
              <a:ext cx="497011" cy="497142"/>
            </a:xfrm>
            <a:custGeom>
              <a:avLst/>
              <a:gdLst/>
              <a:ahLst/>
              <a:cxnLst/>
              <a:rect l="l" t="t" r="r" b="b"/>
              <a:pathLst>
                <a:path w="497011" h="497142">
                  <a:moveTo>
                    <a:pt x="0" y="0"/>
                  </a:moveTo>
                  <a:lnTo>
                    <a:pt x="497011" y="0"/>
                  </a:lnTo>
                  <a:lnTo>
                    <a:pt x="497011" y="497142"/>
                  </a:lnTo>
                  <a:lnTo>
                    <a:pt x="0" y="497142"/>
                  </a:lnTo>
                  <a:close/>
                </a:path>
              </a:pathLst>
            </a:custGeom>
            <a:solidFill>
              <a:srgbClr val="000000">
                <a:alpha val="0"/>
              </a:srgbClr>
            </a:solidFill>
            <a:ln w="9525">
              <a:solidFill>
                <a:srgbClr val="004D71"/>
              </a:solidFill>
            </a:ln>
          </p:spPr>
        </p:sp>
        <p:sp>
          <p:nvSpPr>
            <p:cNvPr id="31" name="TextBox 20">
              <a:extLst>
                <a:ext uri="{FF2B5EF4-FFF2-40B4-BE49-F238E27FC236}">
                  <a16:creationId xmlns:a16="http://schemas.microsoft.com/office/drawing/2014/main" id="{4CD69F8B-37AC-FD00-72FF-F3BB81B72347}"/>
                </a:ext>
              </a:extLst>
            </p:cNvPr>
            <p:cNvSpPr txBox="1"/>
            <p:nvPr/>
          </p:nvSpPr>
          <p:spPr>
            <a:xfrm>
              <a:off x="0" y="-47625"/>
              <a:ext cx="812800" cy="860425"/>
            </a:xfrm>
            <a:prstGeom prst="rect">
              <a:avLst/>
            </a:prstGeom>
          </p:spPr>
          <p:txBody>
            <a:bodyPr lIns="33867" tIns="33867" rIns="33867" bIns="33867" rtlCol="0" anchor="ctr"/>
            <a:lstStyle/>
            <a:p>
              <a:pPr algn="ctr">
                <a:lnSpc>
                  <a:spcPts val="2427"/>
                </a:lnSpc>
              </a:pPr>
              <a:endParaRPr sz="1200"/>
            </a:p>
          </p:txBody>
        </p:sp>
      </p:grpSp>
      <p:grpSp>
        <p:nvGrpSpPr>
          <p:cNvPr id="21" name="Group 23">
            <a:extLst>
              <a:ext uri="{FF2B5EF4-FFF2-40B4-BE49-F238E27FC236}">
                <a16:creationId xmlns:a16="http://schemas.microsoft.com/office/drawing/2014/main" id="{70F8E035-012E-A104-6736-044DBAC8434B}"/>
              </a:ext>
            </a:extLst>
          </p:cNvPr>
          <p:cNvGrpSpPr/>
          <p:nvPr userDrawn="1"/>
        </p:nvGrpSpPr>
        <p:grpSpPr>
          <a:xfrm>
            <a:off x="6487675" y="1692110"/>
            <a:ext cx="1861736" cy="1862226"/>
            <a:chOff x="0" y="0"/>
            <a:chExt cx="497011" cy="497142"/>
          </a:xfrm>
        </p:grpSpPr>
        <p:sp>
          <p:nvSpPr>
            <p:cNvPr id="27" name="Freeform 24">
              <a:extLst>
                <a:ext uri="{FF2B5EF4-FFF2-40B4-BE49-F238E27FC236}">
                  <a16:creationId xmlns:a16="http://schemas.microsoft.com/office/drawing/2014/main" id="{A2DE55B6-EA1E-E7F4-C35F-69E9388C568B}"/>
                </a:ext>
              </a:extLst>
            </p:cNvPr>
            <p:cNvSpPr/>
            <p:nvPr/>
          </p:nvSpPr>
          <p:spPr>
            <a:xfrm>
              <a:off x="0" y="0"/>
              <a:ext cx="497011" cy="497142"/>
            </a:xfrm>
            <a:custGeom>
              <a:avLst/>
              <a:gdLst/>
              <a:ahLst/>
              <a:cxnLst/>
              <a:rect l="l" t="t" r="r" b="b"/>
              <a:pathLst>
                <a:path w="497011" h="497142">
                  <a:moveTo>
                    <a:pt x="0" y="0"/>
                  </a:moveTo>
                  <a:lnTo>
                    <a:pt x="497011" y="0"/>
                  </a:lnTo>
                  <a:lnTo>
                    <a:pt x="497011" y="497142"/>
                  </a:lnTo>
                  <a:lnTo>
                    <a:pt x="0" y="497142"/>
                  </a:lnTo>
                  <a:close/>
                </a:path>
              </a:pathLst>
            </a:custGeom>
            <a:solidFill>
              <a:srgbClr val="000000">
                <a:alpha val="0"/>
              </a:srgbClr>
            </a:solidFill>
            <a:ln w="9525">
              <a:solidFill>
                <a:srgbClr val="FF6B00"/>
              </a:solidFill>
            </a:ln>
          </p:spPr>
        </p:sp>
        <p:sp>
          <p:nvSpPr>
            <p:cNvPr id="28" name="TextBox 25">
              <a:extLst>
                <a:ext uri="{FF2B5EF4-FFF2-40B4-BE49-F238E27FC236}">
                  <a16:creationId xmlns:a16="http://schemas.microsoft.com/office/drawing/2014/main" id="{7423E60B-4E1C-D9D0-AC55-DD133A4D61F0}"/>
                </a:ext>
              </a:extLst>
            </p:cNvPr>
            <p:cNvSpPr txBox="1"/>
            <p:nvPr/>
          </p:nvSpPr>
          <p:spPr>
            <a:xfrm>
              <a:off x="0" y="-47625"/>
              <a:ext cx="812800" cy="860425"/>
            </a:xfrm>
            <a:prstGeom prst="rect">
              <a:avLst/>
            </a:prstGeom>
          </p:spPr>
          <p:txBody>
            <a:bodyPr lIns="33867" tIns="33867" rIns="33867" bIns="33867" rtlCol="0" anchor="ctr"/>
            <a:lstStyle/>
            <a:p>
              <a:pPr algn="ctr">
                <a:lnSpc>
                  <a:spcPts val="2427"/>
                </a:lnSpc>
              </a:pPr>
              <a:endParaRPr sz="1200"/>
            </a:p>
          </p:txBody>
        </p:sp>
      </p:grpSp>
      <p:grpSp>
        <p:nvGrpSpPr>
          <p:cNvPr id="23" name="Group 28">
            <a:extLst>
              <a:ext uri="{FF2B5EF4-FFF2-40B4-BE49-F238E27FC236}">
                <a16:creationId xmlns:a16="http://schemas.microsoft.com/office/drawing/2014/main" id="{DF122D0E-791D-389B-7680-54F10A967A31}"/>
              </a:ext>
            </a:extLst>
          </p:cNvPr>
          <p:cNvGrpSpPr/>
          <p:nvPr userDrawn="1"/>
        </p:nvGrpSpPr>
        <p:grpSpPr>
          <a:xfrm>
            <a:off x="9385346" y="1692110"/>
            <a:ext cx="1861736" cy="1862226"/>
            <a:chOff x="0" y="0"/>
            <a:chExt cx="497011" cy="497142"/>
          </a:xfrm>
        </p:grpSpPr>
        <p:sp>
          <p:nvSpPr>
            <p:cNvPr id="24" name="Freeform 29">
              <a:extLst>
                <a:ext uri="{FF2B5EF4-FFF2-40B4-BE49-F238E27FC236}">
                  <a16:creationId xmlns:a16="http://schemas.microsoft.com/office/drawing/2014/main" id="{BE83CE8F-BDAE-86C1-8DAD-3CB227B7024A}"/>
                </a:ext>
              </a:extLst>
            </p:cNvPr>
            <p:cNvSpPr/>
            <p:nvPr/>
          </p:nvSpPr>
          <p:spPr>
            <a:xfrm>
              <a:off x="0" y="0"/>
              <a:ext cx="497011" cy="497142"/>
            </a:xfrm>
            <a:custGeom>
              <a:avLst/>
              <a:gdLst/>
              <a:ahLst/>
              <a:cxnLst/>
              <a:rect l="l" t="t" r="r" b="b"/>
              <a:pathLst>
                <a:path w="497011" h="497142">
                  <a:moveTo>
                    <a:pt x="0" y="0"/>
                  </a:moveTo>
                  <a:lnTo>
                    <a:pt x="497011" y="0"/>
                  </a:lnTo>
                  <a:lnTo>
                    <a:pt x="497011" y="497142"/>
                  </a:lnTo>
                  <a:lnTo>
                    <a:pt x="0" y="497142"/>
                  </a:lnTo>
                  <a:close/>
                </a:path>
              </a:pathLst>
            </a:custGeom>
            <a:solidFill>
              <a:srgbClr val="000000">
                <a:alpha val="0"/>
              </a:srgbClr>
            </a:solidFill>
            <a:ln w="9525">
              <a:solidFill>
                <a:srgbClr val="004D71"/>
              </a:solidFill>
            </a:ln>
          </p:spPr>
        </p:sp>
        <p:sp>
          <p:nvSpPr>
            <p:cNvPr id="25" name="TextBox 30">
              <a:extLst>
                <a:ext uri="{FF2B5EF4-FFF2-40B4-BE49-F238E27FC236}">
                  <a16:creationId xmlns:a16="http://schemas.microsoft.com/office/drawing/2014/main" id="{58742B20-BBA8-1FA4-1D77-84C472E7C150}"/>
                </a:ext>
              </a:extLst>
            </p:cNvPr>
            <p:cNvSpPr txBox="1"/>
            <p:nvPr/>
          </p:nvSpPr>
          <p:spPr>
            <a:xfrm>
              <a:off x="0" y="-47625"/>
              <a:ext cx="812800" cy="860425"/>
            </a:xfrm>
            <a:prstGeom prst="rect">
              <a:avLst/>
            </a:prstGeom>
          </p:spPr>
          <p:txBody>
            <a:bodyPr lIns="33867" tIns="33867" rIns="33867" bIns="33867" rtlCol="0" anchor="ctr"/>
            <a:lstStyle/>
            <a:p>
              <a:pPr algn="ctr">
                <a:lnSpc>
                  <a:spcPts val="2427"/>
                </a:lnSpc>
              </a:pPr>
              <a:endParaRPr sz="1200"/>
            </a:p>
          </p:txBody>
        </p:sp>
      </p:grpSp>
      <p:cxnSp>
        <p:nvCxnSpPr>
          <p:cNvPr id="36" name="Straight Connector 35">
            <a:extLst>
              <a:ext uri="{FF2B5EF4-FFF2-40B4-BE49-F238E27FC236}">
                <a16:creationId xmlns:a16="http://schemas.microsoft.com/office/drawing/2014/main" id="{8560E4BC-954A-B2AD-947D-016DB2C5A3E0}"/>
              </a:ext>
            </a:extLst>
          </p:cNvPr>
          <p:cNvCxnSpPr>
            <a:cxnSpLocks/>
          </p:cNvCxnSpPr>
          <p:nvPr userDrawn="1"/>
        </p:nvCxnSpPr>
        <p:spPr>
          <a:xfrm>
            <a:off x="2803735" y="725602"/>
            <a:ext cx="9388265" cy="0"/>
          </a:xfrm>
          <a:prstGeom prst="line">
            <a:avLst/>
          </a:prstGeom>
          <a:ln w="25400" cmpd="sng">
            <a:solidFill>
              <a:srgbClr val="FF6B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B98650C-6080-611D-53A3-209F7F570EA8}"/>
              </a:ext>
            </a:extLst>
          </p:cNvPr>
          <p:cNvCxnSpPr>
            <a:cxnSpLocks/>
          </p:cNvCxnSpPr>
          <p:nvPr userDrawn="1"/>
        </p:nvCxnSpPr>
        <p:spPr>
          <a:xfrm>
            <a:off x="0" y="725602"/>
            <a:ext cx="528412" cy="0"/>
          </a:xfrm>
          <a:prstGeom prst="line">
            <a:avLst/>
          </a:prstGeom>
          <a:ln w="25400" cmpd="sng">
            <a:solidFill>
              <a:srgbClr val="FF6B00"/>
            </a:solidFill>
          </a:ln>
        </p:spPr>
        <p:style>
          <a:lnRef idx="1">
            <a:schemeClr val="accent1"/>
          </a:lnRef>
          <a:fillRef idx="0">
            <a:schemeClr val="accent1"/>
          </a:fillRef>
          <a:effectRef idx="0">
            <a:schemeClr val="accent1"/>
          </a:effectRef>
          <a:fontRef idx="minor">
            <a:schemeClr val="tx1"/>
          </a:fontRef>
        </p:style>
      </p:cxnSp>
      <p:sp>
        <p:nvSpPr>
          <p:cNvPr id="53" name="Text Placeholder 50">
            <a:extLst>
              <a:ext uri="{FF2B5EF4-FFF2-40B4-BE49-F238E27FC236}">
                <a16:creationId xmlns:a16="http://schemas.microsoft.com/office/drawing/2014/main" id="{BE9C127F-0672-545E-7DC3-725EAF0CF92C}"/>
              </a:ext>
            </a:extLst>
          </p:cNvPr>
          <p:cNvSpPr>
            <a:spLocks noGrp="1"/>
          </p:cNvSpPr>
          <p:nvPr userDrawn="1">
            <p:ph type="body" sz="quarter" idx="17" hasCustomPrompt="1"/>
          </p:nvPr>
        </p:nvSpPr>
        <p:spPr>
          <a:xfrm>
            <a:off x="532884" y="4103548"/>
            <a:ext cx="2461791" cy="296410"/>
          </a:xfrm>
        </p:spPr>
        <p:txBody>
          <a:bodyPr anchor="ctr">
            <a:noAutofit/>
          </a:bodyPr>
          <a:lstStyle>
            <a:lvl1pPr marL="0" indent="0" algn="ctr">
              <a:buNone/>
              <a:defRPr sz="2000" b="1" i="0">
                <a:latin typeface="Gotham" panose="02000504050000020004" pitchFamily="2" charset="0"/>
              </a:defRPr>
            </a:lvl1pPr>
            <a:lvl2pPr>
              <a:defRPr sz="2000"/>
            </a:lvl2pPr>
            <a:lvl3pPr>
              <a:defRPr sz="2000"/>
            </a:lvl3pPr>
            <a:lvl4pPr>
              <a:defRPr sz="2000"/>
            </a:lvl4pPr>
            <a:lvl5pPr>
              <a:defRPr sz="2000"/>
            </a:lvl5pPr>
          </a:lstStyle>
          <a:p>
            <a:pPr lvl="0"/>
            <a:r>
              <a:rPr lang="en-GB"/>
              <a:t>Name</a:t>
            </a:r>
          </a:p>
        </p:txBody>
      </p:sp>
      <p:sp>
        <p:nvSpPr>
          <p:cNvPr id="56" name="TextBox 55">
            <a:extLst>
              <a:ext uri="{FF2B5EF4-FFF2-40B4-BE49-F238E27FC236}">
                <a16:creationId xmlns:a16="http://schemas.microsoft.com/office/drawing/2014/main" id="{470BEB66-4666-FC2A-5F1C-68531F51DC31}"/>
              </a:ext>
            </a:extLst>
          </p:cNvPr>
          <p:cNvSpPr txBox="1"/>
          <p:nvPr userDrawn="1"/>
        </p:nvSpPr>
        <p:spPr>
          <a:xfrm>
            <a:off x="2346960" y="7071360"/>
            <a:ext cx="184731" cy="369332"/>
          </a:xfrm>
          <a:prstGeom prst="rect">
            <a:avLst/>
          </a:prstGeom>
          <a:noFill/>
        </p:spPr>
        <p:txBody>
          <a:bodyPr wrap="none" rtlCol="0">
            <a:spAutoFit/>
          </a:bodyPr>
          <a:lstStyle/>
          <a:p>
            <a:endParaRPr lang="en-US"/>
          </a:p>
        </p:txBody>
      </p:sp>
      <p:sp>
        <p:nvSpPr>
          <p:cNvPr id="59" name="Text Placeholder 50">
            <a:extLst>
              <a:ext uri="{FF2B5EF4-FFF2-40B4-BE49-F238E27FC236}">
                <a16:creationId xmlns:a16="http://schemas.microsoft.com/office/drawing/2014/main" id="{2BA0E5A2-4D05-1C95-890F-BD364C5E004F}"/>
              </a:ext>
            </a:extLst>
          </p:cNvPr>
          <p:cNvSpPr>
            <a:spLocks noGrp="1"/>
          </p:cNvSpPr>
          <p:nvPr userDrawn="1">
            <p:ph type="body" sz="quarter" idx="19" hasCustomPrompt="1"/>
          </p:nvPr>
        </p:nvSpPr>
        <p:spPr>
          <a:xfrm>
            <a:off x="532884" y="4517794"/>
            <a:ext cx="2461791" cy="505796"/>
          </a:xfrm>
        </p:spPr>
        <p:txBody>
          <a:bodyPr anchor="ctr">
            <a:noAutofit/>
          </a:bodyPr>
          <a:lstStyle>
            <a:lvl1pPr marL="0" indent="0" algn="ctr">
              <a:lnSpc>
                <a:spcPct val="100000"/>
              </a:lnSpc>
              <a:spcBef>
                <a:spcPts val="300"/>
              </a:spcBef>
              <a:buNone/>
              <a:defRPr sz="1500" b="1" i="0">
                <a:latin typeface="Gotham" panose="02000504050000020004" pitchFamily="2" charset="0"/>
              </a:defRPr>
            </a:lvl1pPr>
            <a:lvl2pPr>
              <a:defRPr sz="2000"/>
            </a:lvl2pPr>
            <a:lvl3pPr>
              <a:defRPr sz="2000"/>
            </a:lvl3pPr>
            <a:lvl4pPr>
              <a:defRPr sz="2000"/>
            </a:lvl4pPr>
            <a:lvl5pPr>
              <a:defRPr sz="2000"/>
            </a:lvl5pPr>
          </a:lstStyle>
          <a:p>
            <a:pPr lvl="0"/>
            <a:r>
              <a:rPr lang="en-GB"/>
              <a:t>Company</a:t>
            </a:r>
          </a:p>
          <a:p>
            <a:pPr lvl="0"/>
            <a:r>
              <a:rPr lang="en-GB" i="1"/>
              <a:t>Designation</a:t>
            </a:r>
            <a:endParaRPr lang="en-GB"/>
          </a:p>
        </p:txBody>
      </p:sp>
      <p:sp>
        <p:nvSpPr>
          <p:cNvPr id="60" name="Text Placeholder 50">
            <a:extLst>
              <a:ext uri="{FF2B5EF4-FFF2-40B4-BE49-F238E27FC236}">
                <a16:creationId xmlns:a16="http://schemas.microsoft.com/office/drawing/2014/main" id="{A415E82F-A361-4F0D-364F-EAD15DB37266}"/>
              </a:ext>
            </a:extLst>
          </p:cNvPr>
          <p:cNvSpPr>
            <a:spLocks noGrp="1"/>
          </p:cNvSpPr>
          <p:nvPr userDrawn="1">
            <p:ph type="body" sz="quarter" idx="20" hasCustomPrompt="1"/>
          </p:nvPr>
        </p:nvSpPr>
        <p:spPr>
          <a:xfrm>
            <a:off x="532884" y="5125474"/>
            <a:ext cx="2461791" cy="1018697"/>
          </a:xfrm>
        </p:spPr>
        <p:txBody>
          <a:bodyPr>
            <a:noAutofit/>
          </a:bodyPr>
          <a:lstStyle>
            <a:lvl1pPr marL="0" indent="0" algn="ctr">
              <a:buNone/>
              <a:defRPr sz="1000" b="0" i="1">
                <a:latin typeface="Gotham" panose="02000504050000020004" pitchFamily="2" charset="0"/>
              </a:defRPr>
            </a:lvl1pPr>
            <a:lvl2pPr>
              <a:defRPr sz="2000"/>
            </a:lvl2pPr>
            <a:lvl3pPr>
              <a:defRPr sz="2000"/>
            </a:lvl3pPr>
            <a:lvl4pPr>
              <a:defRPr sz="2000"/>
            </a:lvl4pPr>
            <a:lvl5pPr>
              <a:defRPr sz="2000"/>
            </a:lvl5pPr>
          </a:lstStyle>
          <a:p>
            <a:pPr lvl="0"/>
            <a:r>
              <a:rPr lang="en-GB"/>
              <a:t>Experience summary</a:t>
            </a:r>
          </a:p>
        </p:txBody>
      </p:sp>
      <p:sp>
        <p:nvSpPr>
          <p:cNvPr id="64" name="Text Placeholder 50">
            <a:extLst>
              <a:ext uri="{FF2B5EF4-FFF2-40B4-BE49-F238E27FC236}">
                <a16:creationId xmlns:a16="http://schemas.microsoft.com/office/drawing/2014/main" id="{A089A026-3365-33E4-5802-EB11588A430D}"/>
              </a:ext>
            </a:extLst>
          </p:cNvPr>
          <p:cNvSpPr>
            <a:spLocks noGrp="1"/>
          </p:cNvSpPr>
          <p:nvPr>
            <p:ph type="body" sz="quarter" idx="22" hasCustomPrompt="1"/>
          </p:nvPr>
        </p:nvSpPr>
        <p:spPr>
          <a:xfrm>
            <a:off x="3387758" y="4517794"/>
            <a:ext cx="2461791" cy="505796"/>
          </a:xfrm>
        </p:spPr>
        <p:txBody>
          <a:bodyPr anchor="ctr">
            <a:noAutofit/>
          </a:bodyPr>
          <a:lstStyle>
            <a:lvl1pPr marL="0" indent="0" algn="ctr">
              <a:lnSpc>
                <a:spcPct val="100000"/>
              </a:lnSpc>
              <a:spcBef>
                <a:spcPts val="300"/>
              </a:spcBef>
              <a:buNone/>
              <a:defRPr sz="1500" b="1" i="0">
                <a:latin typeface="Gotham" panose="02000504050000020004" pitchFamily="2" charset="0"/>
              </a:defRPr>
            </a:lvl1pPr>
            <a:lvl2pPr>
              <a:defRPr sz="2000"/>
            </a:lvl2pPr>
            <a:lvl3pPr>
              <a:defRPr sz="2000"/>
            </a:lvl3pPr>
            <a:lvl4pPr>
              <a:defRPr sz="2000"/>
            </a:lvl4pPr>
            <a:lvl5pPr>
              <a:defRPr sz="2000"/>
            </a:lvl5pPr>
          </a:lstStyle>
          <a:p>
            <a:pPr lvl="0"/>
            <a:r>
              <a:rPr lang="en-GB"/>
              <a:t>Company</a:t>
            </a:r>
          </a:p>
          <a:p>
            <a:pPr lvl="0"/>
            <a:r>
              <a:rPr lang="en-GB" i="1"/>
              <a:t>Designation</a:t>
            </a:r>
            <a:endParaRPr lang="en-GB"/>
          </a:p>
        </p:txBody>
      </p:sp>
      <p:sp>
        <p:nvSpPr>
          <p:cNvPr id="65" name="Text Placeholder 50">
            <a:extLst>
              <a:ext uri="{FF2B5EF4-FFF2-40B4-BE49-F238E27FC236}">
                <a16:creationId xmlns:a16="http://schemas.microsoft.com/office/drawing/2014/main" id="{6156611C-1A6F-FC5E-ACC7-A7E7F4825003}"/>
              </a:ext>
            </a:extLst>
          </p:cNvPr>
          <p:cNvSpPr>
            <a:spLocks noGrp="1"/>
          </p:cNvSpPr>
          <p:nvPr>
            <p:ph type="body" sz="quarter" idx="23" hasCustomPrompt="1"/>
          </p:nvPr>
        </p:nvSpPr>
        <p:spPr>
          <a:xfrm>
            <a:off x="3387758" y="5125474"/>
            <a:ext cx="2461791" cy="1018697"/>
          </a:xfrm>
        </p:spPr>
        <p:txBody>
          <a:bodyPr>
            <a:noAutofit/>
          </a:bodyPr>
          <a:lstStyle>
            <a:lvl1pPr marL="0" indent="0" algn="ctr">
              <a:buNone/>
              <a:defRPr sz="1000" b="0" i="1">
                <a:latin typeface="Gotham" panose="02000504050000020004" pitchFamily="2" charset="0"/>
              </a:defRPr>
            </a:lvl1pPr>
            <a:lvl2pPr>
              <a:defRPr sz="2000"/>
            </a:lvl2pPr>
            <a:lvl3pPr>
              <a:defRPr sz="2000"/>
            </a:lvl3pPr>
            <a:lvl4pPr>
              <a:defRPr sz="2000"/>
            </a:lvl4pPr>
            <a:lvl5pPr>
              <a:defRPr sz="2000"/>
            </a:lvl5pPr>
          </a:lstStyle>
          <a:p>
            <a:pPr lvl="0"/>
            <a:r>
              <a:rPr lang="en-GB"/>
              <a:t>Experience summary</a:t>
            </a:r>
          </a:p>
        </p:txBody>
      </p:sp>
      <p:sp>
        <p:nvSpPr>
          <p:cNvPr id="66" name="Text Placeholder 50">
            <a:extLst>
              <a:ext uri="{FF2B5EF4-FFF2-40B4-BE49-F238E27FC236}">
                <a16:creationId xmlns:a16="http://schemas.microsoft.com/office/drawing/2014/main" id="{12C3E345-3C63-D4AE-79D2-74DCBBC67506}"/>
              </a:ext>
            </a:extLst>
          </p:cNvPr>
          <p:cNvSpPr>
            <a:spLocks noGrp="1"/>
          </p:cNvSpPr>
          <p:nvPr>
            <p:ph type="body" sz="quarter" idx="21" hasCustomPrompt="1"/>
          </p:nvPr>
        </p:nvSpPr>
        <p:spPr>
          <a:xfrm>
            <a:off x="3387758" y="4103548"/>
            <a:ext cx="2461791" cy="296410"/>
          </a:xfrm>
        </p:spPr>
        <p:txBody>
          <a:bodyPr anchor="ctr">
            <a:noAutofit/>
          </a:bodyPr>
          <a:lstStyle>
            <a:lvl1pPr marL="0" indent="0" algn="ctr">
              <a:buNone/>
              <a:defRPr sz="2000" b="1" i="0">
                <a:latin typeface="Gotham" panose="02000504050000020004" pitchFamily="2" charset="0"/>
              </a:defRPr>
            </a:lvl1pPr>
            <a:lvl2pPr>
              <a:defRPr sz="2000"/>
            </a:lvl2pPr>
            <a:lvl3pPr>
              <a:defRPr sz="2000"/>
            </a:lvl3pPr>
            <a:lvl4pPr>
              <a:defRPr sz="2000"/>
            </a:lvl4pPr>
            <a:lvl5pPr>
              <a:defRPr sz="2000"/>
            </a:lvl5pPr>
          </a:lstStyle>
          <a:p>
            <a:pPr lvl="0"/>
            <a:r>
              <a:rPr lang="en-GB"/>
              <a:t>Name</a:t>
            </a:r>
          </a:p>
        </p:txBody>
      </p:sp>
      <p:sp>
        <p:nvSpPr>
          <p:cNvPr id="67" name="Text Placeholder 50">
            <a:extLst>
              <a:ext uri="{FF2B5EF4-FFF2-40B4-BE49-F238E27FC236}">
                <a16:creationId xmlns:a16="http://schemas.microsoft.com/office/drawing/2014/main" id="{735B9334-E62D-2D9F-A93D-A1F71A76A80D}"/>
              </a:ext>
            </a:extLst>
          </p:cNvPr>
          <p:cNvSpPr>
            <a:spLocks noGrp="1"/>
          </p:cNvSpPr>
          <p:nvPr>
            <p:ph type="body" sz="quarter" idx="24" hasCustomPrompt="1"/>
          </p:nvPr>
        </p:nvSpPr>
        <p:spPr>
          <a:xfrm>
            <a:off x="6342453" y="4512771"/>
            <a:ext cx="2461791" cy="505796"/>
          </a:xfrm>
        </p:spPr>
        <p:txBody>
          <a:bodyPr anchor="ctr">
            <a:noAutofit/>
          </a:bodyPr>
          <a:lstStyle>
            <a:lvl1pPr marL="0" indent="0" algn="ctr">
              <a:lnSpc>
                <a:spcPct val="100000"/>
              </a:lnSpc>
              <a:spcBef>
                <a:spcPts val="300"/>
              </a:spcBef>
              <a:buNone/>
              <a:defRPr sz="1500" b="1" i="0">
                <a:latin typeface="Gotham" panose="02000504050000020004" pitchFamily="2" charset="0"/>
              </a:defRPr>
            </a:lvl1pPr>
            <a:lvl2pPr>
              <a:defRPr sz="2000"/>
            </a:lvl2pPr>
            <a:lvl3pPr>
              <a:defRPr sz="2000"/>
            </a:lvl3pPr>
            <a:lvl4pPr>
              <a:defRPr sz="2000"/>
            </a:lvl4pPr>
            <a:lvl5pPr>
              <a:defRPr sz="2000"/>
            </a:lvl5pPr>
          </a:lstStyle>
          <a:p>
            <a:pPr lvl="0"/>
            <a:r>
              <a:rPr lang="en-GB"/>
              <a:t>Company</a:t>
            </a:r>
          </a:p>
          <a:p>
            <a:pPr lvl="0"/>
            <a:r>
              <a:rPr lang="en-GB" i="1"/>
              <a:t>Designation</a:t>
            </a:r>
            <a:endParaRPr lang="en-GB"/>
          </a:p>
        </p:txBody>
      </p:sp>
      <p:sp>
        <p:nvSpPr>
          <p:cNvPr id="68" name="Text Placeholder 50">
            <a:extLst>
              <a:ext uri="{FF2B5EF4-FFF2-40B4-BE49-F238E27FC236}">
                <a16:creationId xmlns:a16="http://schemas.microsoft.com/office/drawing/2014/main" id="{793D67B5-4DD1-FA0C-252B-1B195D6C9F60}"/>
              </a:ext>
            </a:extLst>
          </p:cNvPr>
          <p:cNvSpPr>
            <a:spLocks noGrp="1"/>
          </p:cNvSpPr>
          <p:nvPr>
            <p:ph type="body" sz="quarter" idx="25" hasCustomPrompt="1"/>
          </p:nvPr>
        </p:nvSpPr>
        <p:spPr>
          <a:xfrm>
            <a:off x="6342453" y="5120451"/>
            <a:ext cx="2461791" cy="1018697"/>
          </a:xfrm>
        </p:spPr>
        <p:txBody>
          <a:bodyPr>
            <a:noAutofit/>
          </a:bodyPr>
          <a:lstStyle>
            <a:lvl1pPr marL="0" indent="0" algn="ctr">
              <a:buNone/>
              <a:defRPr sz="1000" b="0" i="1">
                <a:latin typeface="Gotham" panose="02000504050000020004" pitchFamily="2" charset="0"/>
              </a:defRPr>
            </a:lvl1pPr>
            <a:lvl2pPr>
              <a:defRPr sz="2000"/>
            </a:lvl2pPr>
            <a:lvl3pPr>
              <a:defRPr sz="2000"/>
            </a:lvl3pPr>
            <a:lvl4pPr>
              <a:defRPr sz="2000"/>
            </a:lvl4pPr>
            <a:lvl5pPr>
              <a:defRPr sz="2000"/>
            </a:lvl5pPr>
          </a:lstStyle>
          <a:p>
            <a:pPr lvl="0"/>
            <a:r>
              <a:rPr lang="en-GB"/>
              <a:t>Experience summary</a:t>
            </a:r>
          </a:p>
        </p:txBody>
      </p:sp>
      <p:sp>
        <p:nvSpPr>
          <p:cNvPr id="69" name="Text Placeholder 50">
            <a:extLst>
              <a:ext uri="{FF2B5EF4-FFF2-40B4-BE49-F238E27FC236}">
                <a16:creationId xmlns:a16="http://schemas.microsoft.com/office/drawing/2014/main" id="{77285FB9-7059-9EF0-2914-8E6FB7BBBE39}"/>
              </a:ext>
            </a:extLst>
          </p:cNvPr>
          <p:cNvSpPr>
            <a:spLocks noGrp="1"/>
          </p:cNvSpPr>
          <p:nvPr>
            <p:ph type="body" sz="quarter" idx="26" hasCustomPrompt="1"/>
          </p:nvPr>
        </p:nvSpPr>
        <p:spPr>
          <a:xfrm>
            <a:off x="6342453" y="4098525"/>
            <a:ext cx="2461791" cy="296410"/>
          </a:xfrm>
        </p:spPr>
        <p:txBody>
          <a:bodyPr anchor="ctr">
            <a:noAutofit/>
          </a:bodyPr>
          <a:lstStyle>
            <a:lvl1pPr marL="0" indent="0" algn="ctr">
              <a:buNone/>
              <a:defRPr sz="2000" b="1" i="0">
                <a:latin typeface="Gotham" panose="02000504050000020004" pitchFamily="2" charset="0"/>
              </a:defRPr>
            </a:lvl1pPr>
            <a:lvl2pPr>
              <a:defRPr sz="2000"/>
            </a:lvl2pPr>
            <a:lvl3pPr>
              <a:defRPr sz="2000"/>
            </a:lvl3pPr>
            <a:lvl4pPr>
              <a:defRPr sz="2000"/>
            </a:lvl4pPr>
            <a:lvl5pPr>
              <a:defRPr sz="2000"/>
            </a:lvl5pPr>
          </a:lstStyle>
          <a:p>
            <a:pPr lvl="0"/>
            <a:r>
              <a:rPr lang="en-GB"/>
              <a:t>Name</a:t>
            </a:r>
          </a:p>
        </p:txBody>
      </p:sp>
      <p:sp>
        <p:nvSpPr>
          <p:cNvPr id="70" name="Text Placeholder 50">
            <a:extLst>
              <a:ext uri="{FF2B5EF4-FFF2-40B4-BE49-F238E27FC236}">
                <a16:creationId xmlns:a16="http://schemas.microsoft.com/office/drawing/2014/main" id="{E6607D99-059E-8CD6-049C-E2FFEEC1C1F3}"/>
              </a:ext>
            </a:extLst>
          </p:cNvPr>
          <p:cNvSpPr>
            <a:spLocks noGrp="1"/>
          </p:cNvSpPr>
          <p:nvPr>
            <p:ph type="body" sz="quarter" idx="27" hasCustomPrompt="1"/>
          </p:nvPr>
        </p:nvSpPr>
        <p:spPr>
          <a:xfrm>
            <a:off x="9205772" y="4512771"/>
            <a:ext cx="2461791" cy="505796"/>
          </a:xfrm>
        </p:spPr>
        <p:txBody>
          <a:bodyPr anchor="ctr">
            <a:noAutofit/>
          </a:bodyPr>
          <a:lstStyle>
            <a:lvl1pPr marL="0" indent="0" algn="ctr">
              <a:lnSpc>
                <a:spcPct val="100000"/>
              </a:lnSpc>
              <a:spcBef>
                <a:spcPts val="300"/>
              </a:spcBef>
              <a:buNone/>
              <a:defRPr sz="1500" b="1" i="0">
                <a:latin typeface="Gotham" panose="02000504050000020004" pitchFamily="2" charset="0"/>
              </a:defRPr>
            </a:lvl1pPr>
            <a:lvl2pPr>
              <a:defRPr sz="2000"/>
            </a:lvl2pPr>
            <a:lvl3pPr>
              <a:defRPr sz="2000"/>
            </a:lvl3pPr>
            <a:lvl4pPr>
              <a:defRPr sz="2000"/>
            </a:lvl4pPr>
            <a:lvl5pPr>
              <a:defRPr sz="2000"/>
            </a:lvl5pPr>
          </a:lstStyle>
          <a:p>
            <a:pPr lvl="0"/>
            <a:r>
              <a:rPr lang="en-GB"/>
              <a:t>Company</a:t>
            </a:r>
          </a:p>
          <a:p>
            <a:pPr lvl="0"/>
            <a:r>
              <a:rPr lang="en-GB" i="1"/>
              <a:t>Designation</a:t>
            </a:r>
            <a:endParaRPr lang="en-GB"/>
          </a:p>
        </p:txBody>
      </p:sp>
      <p:sp>
        <p:nvSpPr>
          <p:cNvPr id="71" name="Text Placeholder 50">
            <a:extLst>
              <a:ext uri="{FF2B5EF4-FFF2-40B4-BE49-F238E27FC236}">
                <a16:creationId xmlns:a16="http://schemas.microsoft.com/office/drawing/2014/main" id="{EFD2DD7A-A338-8095-D39F-31D6D83213D4}"/>
              </a:ext>
            </a:extLst>
          </p:cNvPr>
          <p:cNvSpPr>
            <a:spLocks noGrp="1"/>
          </p:cNvSpPr>
          <p:nvPr>
            <p:ph type="body" sz="quarter" idx="28" hasCustomPrompt="1"/>
          </p:nvPr>
        </p:nvSpPr>
        <p:spPr>
          <a:xfrm>
            <a:off x="9205772" y="5120451"/>
            <a:ext cx="2461791" cy="1018697"/>
          </a:xfrm>
        </p:spPr>
        <p:txBody>
          <a:bodyPr>
            <a:noAutofit/>
          </a:bodyPr>
          <a:lstStyle>
            <a:lvl1pPr marL="0" indent="0" algn="ctr">
              <a:buNone/>
              <a:defRPr sz="1000" b="0" i="1">
                <a:latin typeface="Gotham" panose="02000504050000020004" pitchFamily="2" charset="0"/>
              </a:defRPr>
            </a:lvl1pPr>
            <a:lvl2pPr>
              <a:defRPr sz="2000"/>
            </a:lvl2pPr>
            <a:lvl3pPr>
              <a:defRPr sz="2000"/>
            </a:lvl3pPr>
            <a:lvl4pPr>
              <a:defRPr sz="2000"/>
            </a:lvl4pPr>
            <a:lvl5pPr>
              <a:defRPr sz="2000"/>
            </a:lvl5pPr>
          </a:lstStyle>
          <a:p>
            <a:pPr lvl="0"/>
            <a:r>
              <a:rPr lang="en-GB"/>
              <a:t>Experience summary</a:t>
            </a:r>
          </a:p>
        </p:txBody>
      </p:sp>
      <p:sp>
        <p:nvSpPr>
          <p:cNvPr id="72" name="Text Placeholder 50">
            <a:extLst>
              <a:ext uri="{FF2B5EF4-FFF2-40B4-BE49-F238E27FC236}">
                <a16:creationId xmlns:a16="http://schemas.microsoft.com/office/drawing/2014/main" id="{8C80914D-54FA-46E7-130F-2A681B744568}"/>
              </a:ext>
            </a:extLst>
          </p:cNvPr>
          <p:cNvSpPr>
            <a:spLocks noGrp="1"/>
          </p:cNvSpPr>
          <p:nvPr>
            <p:ph type="body" sz="quarter" idx="29" hasCustomPrompt="1"/>
          </p:nvPr>
        </p:nvSpPr>
        <p:spPr>
          <a:xfrm>
            <a:off x="9205772" y="4098525"/>
            <a:ext cx="2461791" cy="296410"/>
          </a:xfrm>
        </p:spPr>
        <p:txBody>
          <a:bodyPr anchor="ctr">
            <a:noAutofit/>
          </a:bodyPr>
          <a:lstStyle>
            <a:lvl1pPr marL="0" indent="0" algn="ctr">
              <a:buNone/>
              <a:defRPr sz="2000" b="1" i="0">
                <a:latin typeface="Gotham" panose="02000504050000020004" pitchFamily="2" charset="0"/>
              </a:defRPr>
            </a:lvl1pPr>
            <a:lvl2pPr>
              <a:defRPr sz="2000"/>
            </a:lvl2pPr>
            <a:lvl3pPr>
              <a:defRPr sz="2000"/>
            </a:lvl3pPr>
            <a:lvl4pPr>
              <a:defRPr sz="2000"/>
            </a:lvl4pPr>
            <a:lvl5pPr>
              <a:defRPr sz="2000"/>
            </a:lvl5pPr>
          </a:lstStyle>
          <a:p>
            <a:pPr lvl="0"/>
            <a:r>
              <a:rPr lang="en-GB"/>
              <a:t>Name</a:t>
            </a:r>
          </a:p>
        </p:txBody>
      </p:sp>
    </p:spTree>
    <p:extLst>
      <p:ext uri="{BB962C8B-B14F-4D97-AF65-F5344CB8AC3E}">
        <p14:creationId xmlns:p14="http://schemas.microsoft.com/office/powerpoint/2010/main" val="2078387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36B62DC-9070-420C-A767-772FA24882BF}"/>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GB"/>
              <a:t>CLICK TO EDIT</a:t>
            </a:r>
            <a:endParaRPr lang="en-US"/>
          </a:p>
        </p:txBody>
      </p:sp>
      <p:sp>
        <p:nvSpPr>
          <p:cNvPr id="2" name="Rectangle 1">
            <a:extLst>
              <a:ext uri="{FF2B5EF4-FFF2-40B4-BE49-F238E27FC236}">
                <a16:creationId xmlns:a16="http://schemas.microsoft.com/office/drawing/2014/main" id="{100E30FC-2558-AA0F-3BB7-DB0894A481C8}"/>
              </a:ext>
            </a:extLst>
          </p:cNvPr>
          <p:cNvSpPr/>
          <p:nvPr userDrawn="1"/>
        </p:nvSpPr>
        <p:spPr>
          <a:xfrm>
            <a:off x="0" y="-164591"/>
            <a:ext cx="12192000" cy="4023360"/>
          </a:xfrm>
          <a:prstGeom prst="rect">
            <a:avLst/>
          </a:prstGeom>
          <a:pattFill prst="ltUpDiag">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FF2E716-8823-7F29-B8EB-FAE2864E20D8}"/>
              </a:ext>
            </a:extLst>
          </p:cNvPr>
          <p:cNvSpPr/>
          <p:nvPr userDrawn="1"/>
        </p:nvSpPr>
        <p:spPr>
          <a:xfrm>
            <a:off x="0" y="-164592"/>
            <a:ext cx="12192000" cy="4023360"/>
          </a:xfrm>
          <a:prstGeom prst="rect">
            <a:avLst/>
          </a:prstGeom>
          <a:solidFill>
            <a:srgbClr val="FF6B00">
              <a:alpha val="699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x</a:t>
            </a:r>
          </a:p>
        </p:txBody>
      </p:sp>
      <p:sp>
        <p:nvSpPr>
          <p:cNvPr id="13" name="Title 11">
            <a:extLst>
              <a:ext uri="{FF2B5EF4-FFF2-40B4-BE49-F238E27FC236}">
                <a16:creationId xmlns:a16="http://schemas.microsoft.com/office/drawing/2014/main" id="{E0C77DC8-CBAF-6030-4E16-6DDB7C6F1310}"/>
              </a:ext>
            </a:extLst>
          </p:cNvPr>
          <p:cNvSpPr>
            <a:spLocks noGrp="1"/>
          </p:cNvSpPr>
          <p:nvPr>
            <p:ph type="title" hasCustomPrompt="1"/>
          </p:nvPr>
        </p:nvSpPr>
        <p:spPr>
          <a:xfrm>
            <a:off x="868363" y="5632093"/>
            <a:ext cx="7666037" cy="662781"/>
          </a:xfrm>
        </p:spPr>
        <p:txBody>
          <a:bodyPr anchor="b" anchorCtr="0"/>
          <a:lstStyle>
            <a:lvl1pPr algn="l">
              <a:defRPr/>
            </a:lvl1pPr>
          </a:lstStyle>
          <a:p>
            <a:r>
              <a:rPr lang="en-GB"/>
              <a:t>CLICK TO EDIT TITLE</a:t>
            </a:r>
            <a:endParaRPr lang="en-US"/>
          </a:p>
        </p:txBody>
      </p:sp>
      <p:sp>
        <p:nvSpPr>
          <p:cNvPr id="16" name="Content Placeholder 14">
            <a:extLst>
              <a:ext uri="{FF2B5EF4-FFF2-40B4-BE49-F238E27FC236}">
                <a16:creationId xmlns:a16="http://schemas.microsoft.com/office/drawing/2014/main" id="{F89C4B6A-E508-A720-FD12-B0203C2EB91F}"/>
              </a:ext>
            </a:extLst>
          </p:cNvPr>
          <p:cNvSpPr>
            <a:spLocks noGrp="1"/>
          </p:cNvSpPr>
          <p:nvPr>
            <p:ph sz="quarter" idx="11"/>
          </p:nvPr>
        </p:nvSpPr>
        <p:spPr>
          <a:xfrm>
            <a:off x="3200401" y="4063484"/>
            <a:ext cx="8229599" cy="1290678"/>
          </a:xfrm>
        </p:spPr>
        <p:txBody>
          <a:bodyPr/>
          <a:lstStyle>
            <a:lvl1pPr>
              <a:defRPr sz="2000"/>
            </a:lvl1pPr>
            <a:lvl2pPr>
              <a:defRPr sz="1800"/>
            </a:lvl2pPr>
            <a:lvl3pPr>
              <a:defRPr sz="1400"/>
            </a:lvl3pPr>
          </a:lstStyle>
          <a:p>
            <a:pPr lvl="0"/>
            <a:r>
              <a:rPr lang="en-GB"/>
              <a:t>Click to edit Master text styles</a:t>
            </a:r>
          </a:p>
          <a:p>
            <a:pPr lvl="1"/>
            <a:r>
              <a:rPr lang="en-GB"/>
              <a:t>Second level</a:t>
            </a:r>
          </a:p>
          <a:p>
            <a:pPr lvl="2"/>
            <a:r>
              <a:rPr lang="en-GB"/>
              <a:t>Third level</a:t>
            </a:r>
          </a:p>
        </p:txBody>
      </p:sp>
      <p:sp>
        <p:nvSpPr>
          <p:cNvPr id="20" name="Content Placeholder 18">
            <a:extLst>
              <a:ext uri="{FF2B5EF4-FFF2-40B4-BE49-F238E27FC236}">
                <a16:creationId xmlns:a16="http://schemas.microsoft.com/office/drawing/2014/main" id="{BD436CD3-6710-91CB-EA87-71088F293C8D}"/>
              </a:ext>
            </a:extLst>
          </p:cNvPr>
          <p:cNvSpPr>
            <a:spLocks noGrp="1"/>
          </p:cNvSpPr>
          <p:nvPr>
            <p:ph sz="quarter" idx="12"/>
          </p:nvPr>
        </p:nvSpPr>
        <p:spPr>
          <a:xfrm>
            <a:off x="3200400" y="1127125"/>
            <a:ext cx="8229600" cy="2514600"/>
          </a:xfrm>
        </p:spPr>
        <p:txBody>
          <a:bodyPr/>
          <a:lstStyle>
            <a:lvl1pPr>
              <a:defRPr sz="2000">
                <a:solidFill>
                  <a:schemeClr val="bg1"/>
                </a:solidFill>
              </a:defRPr>
            </a:lvl1pPr>
            <a:lvl2pPr>
              <a:defRPr sz="1800">
                <a:solidFill>
                  <a:schemeClr val="bg1"/>
                </a:solidFill>
              </a:defRPr>
            </a:lvl2pPr>
            <a:lvl3pPr>
              <a:defRPr sz="1400">
                <a:solidFill>
                  <a:schemeClr val="bg1"/>
                </a:solidFill>
              </a:defRPr>
            </a:lvl3pPr>
          </a:lstStyle>
          <a:p>
            <a:pPr lvl="0"/>
            <a:r>
              <a:rPr lang="en-GB"/>
              <a:t>Click to edit Master text styles</a:t>
            </a:r>
          </a:p>
          <a:p>
            <a:pPr lvl="1"/>
            <a:r>
              <a:rPr lang="en-GB"/>
              <a:t>Second level</a:t>
            </a:r>
          </a:p>
          <a:p>
            <a:pPr lvl="2"/>
            <a:r>
              <a:rPr lang="en-GB"/>
              <a:t>Third level</a:t>
            </a:r>
          </a:p>
        </p:txBody>
      </p:sp>
      <p:sp>
        <p:nvSpPr>
          <p:cNvPr id="24" name="Content Placeholder 21">
            <a:extLst>
              <a:ext uri="{FF2B5EF4-FFF2-40B4-BE49-F238E27FC236}">
                <a16:creationId xmlns:a16="http://schemas.microsoft.com/office/drawing/2014/main" id="{F7C4CAFD-CA31-3EBE-74EA-203D0A96AF04}"/>
              </a:ext>
            </a:extLst>
          </p:cNvPr>
          <p:cNvSpPr>
            <a:spLocks noGrp="1"/>
          </p:cNvSpPr>
          <p:nvPr>
            <p:ph sz="quarter" idx="13" hasCustomPrompt="1"/>
          </p:nvPr>
        </p:nvSpPr>
        <p:spPr>
          <a:xfrm>
            <a:off x="868363" y="1127125"/>
            <a:ext cx="1976437" cy="2514600"/>
          </a:xfrm>
        </p:spPr>
        <p:txBody>
          <a:bodyPr anchor="ctr">
            <a:normAutofit/>
          </a:bodyPr>
          <a:lstStyle>
            <a:lvl1pPr>
              <a:defRPr sz="1600" b="0" i="0">
                <a:solidFill>
                  <a:schemeClr val="bg1"/>
                </a:solidFill>
                <a:latin typeface="GOTHAM-MEDIUM" panose="02000504050000020004" pitchFamily="2" charset="0"/>
              </a:defRPr>
            </a:lvl1pPr>
          </a:lstStyle>
          <a:p>
            <a:pPr lvl="0"/>
            <a:r>
              <a:rPr lang="en-GB"/>
              <a:t>CLICK TO EDIT</a:t>
            </a:r>
            <a:endParaRPr lang="en-US"/>
          </a:p>
        </p:txBody>
      </p:sp>
      <p:sp>
        <p:nvSpPr>
          <p:cNvPr id="25" name="Content Placeholder 21">
            <a:extLst>
              <a:ext uri="{FF2B5EF4-FFF2-40B4-BE49-F238E27FC236}">
                <a16:creationId xmlns:a16="http://schemas.microsoft.com/office/drawing/2014/main" id="{523B1778-1A10-D09A-E456-4E52FCF48A98}"/>
              </a:ext>
            </a:extLst>
          </p:cNvPr>
          <p:cNvSpPr>
            <a:spLocks noGrp="1"/>
          </p:cNvSpPr>
          <p:nvPr>
            <p:ph sz="quarter" idx="14" hasCustomPrompt="1"/>
          </p:nvPr>
        </p:nvSpPr>
        <p:spPr>
          <a:xfrm>
            <a:off x="868363" y="4058295"/>
            <a:ext cx="1976437" cy="1290678"/>
          </a:xfrm>
        </p:spPr>
        <p:txBody>
          <a:bodyPr anchor="ctr">
            <a:normAutofit/>
          </a:bodyPr>
          <a:lstStyle>
            <a:lvl1pPr>
              <a:defRPr sz="1600" b="0" i="0">
                <a:latin typeface="GOTHAM-MEDIUM" panose="02000504050000020004" pitchFamily="2" charset="0"/>
              </a:defRPr>
            </a:lvl1pPr>
          </a:lstStyle>
          <a:p>
            <a:pPr lvl="0"/>
            <a:r>
              <a:rPr lang="en-GB"/>
              <a:t>CLICK TO EDIT</a:t>
            </a:r>
            <a:endParaRPr lang="en-US"/>
          </a:p>
        </p:txBody>
      </p:sp>
      <p:pic>
        <p:nvPicPr>
          <p:cNvPr id="26" name="Picture 25" descr="Logo&#10;&#10;Description automatically generated">
            <a:extLst>
              <a:ext uri="{FF2B5EF4-FFF2-40B4-BE49-F238E27FC236}">
                <a16:creationId xmlns:a16="http://schemas.microsoft.com/office/drawing/2014/main" id="{E3E52E98-E27B-D82A-A5D2-D361CB7FEF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424531" y="5632093"/>
            <a:ext cx="2005469" cy="827319"/>
          </a:xfrm>
          <a:prstGeom prst="rect">
            <a:avLst/>
          </a:prstGeom>
        </p:spPr>
      </p:pic>
    </p:spTree>
    <p:extLst>
      <p:ext uri="{BB962C8B-B14F-4D97-AF65-F5344CB8AC3E}">
        <p14:creationId xmlns:p14="http://schemas.microsoft.com/office/powerpoint/2010/main" val="2264749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1_Title and Conten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B41E4C-E4A4-B972-26C1-5DA2FE166999}"/>
              </a:ext>
            </a:extLst>
          </p:cNvPr>
          <p:cNvSpPr/>
          <p:nvPr userDrawn="1"/>
        </p:nvSpPr>
        <p:spPr>
          <a:xfrm>
            <a:off x="0" y="0"/>
            <a:ext cx="5019869" cy="685800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723049-D9C0-6240-AC63-2745F542E37B}"/>
              </a:ext>
            </a:extLst>
          </p:cNvPr>
          <p:cNvSpPr>
            <a:spLocks noGrp="1"/>
          </p:cNvSpPr>
          <p:nvPr>
            <p:ph type="title"/>
          </p:nvPr>
        </p:nvSpPr>
        <p:spPr>
          <a:xfrm>
            <a:off x="630077" y="4459419"/>
            <a:ext cx="3969139" cy="1325563"/>
          </a:xfrm>
        </p:spPr>
        <p:txBody>
          <a:bodyPr anchor="t">
            <a:noAutofit/>
          </a:bodyPr>
          <a:lstStyle>
            <a:lvl1pPr algn="l">
              <a:defRPr sz="4000" b="1" i="0">
                <a:latin typeface="Gotham" panose="02000504050000020004"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5EA38308-0726-F442-9164-72C61BED04B7}"/>
              </a:ext>
            </a:extLst>
          </p:cNvPr>
          <p:cNvSpPr>
            <a:spLocks noGrp="1"/>
          </p:cNvSpPr>
          <p:nvPr>
            <p:ph idx="1"/>
          </p:nvPr>
        </p:nvSpPr>
        <p:spPr>
          <a:xfrm>
            <a:off x="5545233" y="765112"/>
            <a:ext cx="6016690" cy="5019870"/>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8A6B2A-176C-644A-8A4A-04C12203B43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90E269E-AED3-C049-A238-926981C688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B3C440-870A-C24B-BB75-C01E3B96AA0F}"/>
              </a:ext>
            </a:extLst>
          </p:cNvPr>
          <p:cNvSpPr>
            <a:spLocks noGrp="1"/>
          </p:cNvSpPr>
          <p:nvPr>
            <p:ph type="sldNum" sz="quarter" idx="12"/>
          </p:nvPr>
        </p:nvSpPr>
        <p:spPr/>
        <p:txBody>
          <a:bodyPr/>
          <a:lstStyle/>
          <a:p>
            <a:fld id="{745D6A40-BEDB-5241-BDE3-ACE7E2765E80}" type="slidenum">
              <a:rPr lang="en-US" smtClean="0"/>
              <a:t>‹#›</a:t>
            </a:fld>
            <a:endParaRPr lang="en-US"/>
          </a:p>
        </p:txBody>
      </p:sp>
      <p:pic>
        <p:nvPicPr>
          <p:cNvPr id="9" name="Picture 8" descr="Logo&#10;&#10;Description automatically generated">
            <a:extLst>
              <a:ext uri="{FF2B5EF4-FFF2-40B4-BE49-F238E27FC236}">
                <a16:creationId xmlns:a16="http://schemas.microsoft.com/office/drawing/2014/main" id="{B968B53B-1E6D-B120-6772-A0A153022BD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50127" y="365125"/>
            <a:ext cx="2005469" cy="827319"/>
          </a:xfrm>
          <a:prstGeom prst="rect">
            <a:avLst/>
          </a:prstGeom>
        </p:spPr>
      </p:pic>
    </p:spTree>
    <p:extLst>
      <p:ext uri="{BB962C8B-B14F-4D97-AF65-F5344CB8AC3E}">
        <p14:creationId xmlns:p14="http://schemas.microsoft.com/office/powerpoint/2010/main" val="2108388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B41E4C-E4A4-B972-26C1-5DA2FE166999}"/>
              </a:ext>
            </a:extLst>
          </p:cNvPr>
          <p:cNvSpPr/>
          <p:nvPr userDrawn="1"/>
        </p:nvSpPr>
        <p:spPr>
          <a:xfrm>
            <a:off x="6658169" y="0"/>
            <a:ext cx="4883704" cy="685800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723049-D9C0-6240-AC63-2745F542E37B}"/>
              </a:ext>
            </a:extLst>
          </p:cNvPr>
          <p:cNvSpPr>
            <a:spLocks noGrp="1"/>
          </p:cNvSpPr>
          <p:nvPr>
            <p:ph type="title"/>
          </p:nvPr>
        </p:nvSpPr>
        <p:spPr>
          <a:xfrm>
            <a:off x="1086056" y="5000979"/>
            <a:ext cx="3969139" cy="1325563"/>
          </a:xfrm>
        </p:spPr>
        <p:txBody>
          <a:bodyPr anchor="b">
            <a:noAutofit/>
          </a:bodyPr>
          <a:lstStyle>
            <a:lvl1pPr algn="l">
              <a:defRPr sz="4000" b="1" i="0">
                <a:solidFill>
                  <a:srgbClr val="FF6B00"/>
                </a:solidFill>
                <a:latin typeface="Gotham" panose="02000504050000020004" pitchFamily="2" charset="0"/>
              </a:defRPr>
            </a:lvl1pPr>
          </a:lstStyle>
          <a:p>
            <a:r>
              <a:rPr lang="en-US"/>
              <a:t>Click to edit Master title style</a:t>
            </a:r>
          </a:p>
        </p:txBody>
      </p:sp>
      <p:pic>
        <p:nvPicPr>
          <p:cNvPr id="9" name="Picture 8" descr="Logo&#10;&#10;Description automatically generated">
            <a:extLst>
              <a:ext uri="{FF2B5EF4-FFF2-40B4-BE49-F238E27FC236}">
                <a16:creationId xmlns:a16="http://schemas.microsoft.com/office/drawing/2014/main" id="{B968B53B-1E6D-B120-6772-A0A153022BD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50127" y="365125"/>
            <a:ext cx="2005469" cy="827319"/>
          </a:xfrm>
          <a:prstGeom prst="rect">
            <a:avLst/>
          </a:prstGeom>
        </p:spPr>
      </p:pic>
      <p:sp>
        <p:nvSpPr>
          <p:cNvPr id="14" name="Content Placeholder 2">
            <a:extLst>
              <a:ext uri="{FF2B5EF4-FFF2-40B4-BE49-F238E27FC236}">
                <a16:creationId xmlns:a16="http://schemas.microsoft.com/office/drawing/2014/main" id="{2683CCDE-1583-35E1-0DFD-7F4336B5E106}"/>
              </a:ext>
            </a:extLst>
          </p:cNvPr>
          <p:cNvSpPr>
            <a:spLocks noGrp="1"/>
          </p:cNvSpPr>
          <p:nvPr>
            <p:ph idx="1"/>
          </p:nvPr>
        </p:nvSpPr>
        <p:spPr>
          <a:xfrm>
            <a:off x="6973855" y="490144"/>
            <a:ext cx="4379945" cy="5836399"/>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1209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F8735-13C0-9D3B-B95D-ABC5EAC5A31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72AF3CE-FB54-E64F-7307-ACB9165D1B50}"/>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A452155E-968A-9371-ABF9-8F1AA4D5F5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79CC85-FC81-453A-B703-7E67BCECD1DC}"/>
              </a:ext>
            </a:extLst>
          </p:cNvPr>
          <p:cNvSpPr>
            <a:spLocks noGrp="1"/>
          </p:cNvSpPr>
          <p:nvPr>
            <p:ph type="sldNum" sz="quarter" idx="12"/>
          </p:nvPr>
        </p:nvSpPr>
        <p:spPr/>
        <p:txBody>
          <a:bodyPr/>
          <a:lstStyle/>
          <a:p>
            <a:fld id="{745D6A40-BEDB-5241-BDE3-ACE7E2765E80}" type="slidenum">
              <a:rPr lang="en-US" smtClean="0"/>
              <a:pPr/>
              <a:t>‹#›</a:t>
            </a:fld>
            <a:endParaRPr lang="en-US"/>
          </a:p>
        </p:txBody>
      </p:sp>
      <p:sp>
        <p:nvSpPr>
          <p:cNvPr id="6" name="TextBox 5">
            <a:extLst>
              <a:ext uri="{FF2B5EF4-FFF2-40B4-BE49-F238E27FC236}">
                <a16:creationId xmlns:a16="http://schemas.microsoft.com/office/drawing/2014/main" id="{78387C6C-D167-C229-269B-40DF12F1C3D9}"/>
              </a:ext>
            </a:extLst>
          </p:cNvPr>
          <p:cNvSpPr txBox="1"/>
          <p:nvPr userDrawn="1"/>
        </p:nvSpPr>
        <p:spPr>
          <a:xfrm>
            <a:off x="11673191" y="6498077"/>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310408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5F5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23049-D9C0-6240-AC63-2745F542E37B}"/>
              </a:ext>
            </a:extLst>
          </p:cNvPr>
          <p:cNvSpPr>
            <a:spLocks noGrp="1"/>
          </p:cNvSpPr>
          <p:nvPr>
            <p:ph type="title"/>
          </p:nvPr>
        </p:nvSpPr>
        <p:spPr/>
        <p:txBody>
          <a:bodyPr/>
          <a:lstStyle>
            <a:lvl1pPr>
              <a:defRPr b="1" i="0">
                <a:solidFill>
                  <a:srgbClr val="002A3D"/>
                </a:solidFill>
                <a:latin typeface="Gotham" panose="02000504050000020004"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5EA38308-0726-F442-9164-72C61BED04B7}"/>
              </a:ext>
            </a:extLst>
          </p:cNvPr>
          <p:cNvSpPr>
            <a:spLocks noGrp="1"/>
          </p:cNvSpPr>
          <p:nvPr>
            <p:ph idx="1"/>
          </p:nvPr>
        </p:nvSpPr>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8A6B2A-176C-644A-8A4A-04C12203B43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90E269E-AED3-C049-A238-926981C688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B3C440-870A-C24B-BB75-C01E3B96AA0F}"/>
              </a:ext>
            </a:extLst>
          </p:cNvPr>
          <p:cNvSpPr>
            <a:spLocks noGrp="1"/>
          </p:cNvSpPr>
          <p:nvPr>
            <p:ph type="sldNum" sz="quarter" idx="12"/>
          </p:nvPr>
        </p:nvSpPr>
        <p:spPr/>
        <p:txBody>
          <a:bodyPr/>
          <a:lstStyle/>
          <a:p>
            <a:fld id="{745D6A40-BEDB-5241-BDE3-ACE7E2765E80}" type="slidenum">
              <a:rPr lang="en-US" smtClean="0"/>
              <a:t>‹#›</a:t>
            </a:fld>
            <a:endParaRPr lang="en-US"/>
          </a:p>
        </p:txBody>
      </p:sp>
    </p:spTree>
    <p:extLst>
      <p:ext uri="{BB962C8B-B14F-4D97-AF65-F5344CB8AC3E}">
        <p14:creationId xmlns:p14="http://schemas.microsoft.com/office/powerpoint/2010/main" val="1143079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23049-D9C0-6240-AC63-2745F542E37B}"/>
              </a:ext>
            </a:extLst>
          </p:cNvPr>
          <p:cNvSpPr>
            <a:spLocks noGrp="1"/>
          </p:cNvSpPr>
          <p:nvPr>
            <p:ph type="title"/>
          </p:nvPr>
        </p:nvSpPr>
        <p:spPr/>
        <p:txBody>
          <a:bodyPr/>
          <a:lstStyle>
            <a:lvl1pPr>
              <a:defRPr b="1" i="0">
                <a:solidFill>
                  <a:srgbClr val="002A3D"/>
                </a:solidFill>
                <a:latin typeface="Gotham" panose="02000504050000020004"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5EA38308-0726-F442-9164-72C61BED04B7}"/>
              </a:ext>
            </a:extLst>
          </p:cNvPr>
          <p:cNvSpPr>
            <a:spLocks noGrp="1"/>
          </p:cNvSpPr>
          <p:nvPr>
            <p:ph idx="1"/>
          </p:nvPr>
        </p:nvSpPr>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8A6B2A-176C-644A-8A4A-04C12203B43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90E269E-AED3-C049-A238-926981C688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B3C440-870A-C24B-BB75-C01E3B96AA0F}"/>
              </a:ext>
            </a:extLst>
          </p:cNvPr>
          <p:cNvSpPr>
            <a:spLocks noGrp="1"/>
          </p:cNvSpPr>
          <p:nvPr>
            <p:ph type="sldNum" sz="quarter" idx="12"/>
          </p:nvPr>
        </p:nvSpPr>
        <p:spPr/>
        <p:txBody>
          <a:bodyPr/>
          <a:lstStyle/>
          <a:p>
            <a:fld id="{745D6A40-BEDB-5241-BDE3-ACE7E2765E80}" type="slidenum">
              <a:rPr lang="en-US" smtClean="0"/>
              <a:t>‹#›</a:t>
            </a:fld>
            <a:endParaRPr lang="en-US"/>
          </a:p>
        </p:txBody>
      </p:sp>
    </p:spTree>
    <p:extLst>
      <p:ext uri="{BB962C8B-B14F-4D97-AF65-F5344CB8AC3E}">
        <p14:creationId xmlns:p14="http://schemas.microsoft.com/office/powerpoint/2010/main" val="986932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15" name="Picture 14" descr="Logo&#10;&#10;Description automatically generated">
            <a:extLst>
              <a:ext uri="{FF2B5EF4-FFF2-40B4-BE49-F238E27FC236}">
                <a16:creationId xmlns:a16="http://schemas.microsoft.com/office/drawing/2014/main" id="{77E065CB-C05F-AA8B-7BA0-4878653B918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50127" y="365125"/>
            <a:ext cx="2005469" cy="827319"/>
          </a:xfrm>
          <a:prstGeom prst="rect">
            <a:avLst/>
          </a:prstGeom>
        </p:spPr>
      </p:pic>
      <p:sp>
        <p:nvSpPr>
          <p:cNvPr id="16" name="Title 1">
            <a:extLst>
              <a:ext uri="{FF2B5EF4-FFF2-40B4-BE49-F238E27FC236}">
                <a16:creationId xmlns:a16="http://schemas.microsoft.com/office/drawing/2014/main" id="{CD6F43DC-27AB-8462-85C7-D8DAF54C6CCB}"/>
              </a:ext>
            </a:extLst>
          </p:cNvPr>
          <p:cNvSpPr>
            <a:spLocks noGrp="1"/>
          </p:cNvSpPr>
          <p:nvPr>
            <p:ph type="title"/>
          </p:nvPr>
        </p:nvSpPr>
        <p:spPr>
          <a:xfrm>
            <a:off x="2413000" y="365125"/>
            <a:ext cx="8940800" cy="1325563"/>
          </a:xfrm>
        </p:spPr>
        <p:txBody>
          <a:bodyPr/>
          <a:lstStyle>
            <a:lvl1pPr>
              <a:defRPr b="1" i="0">
                <a:solidFill>
                  <a:srgbClr val="002A3D"/>
                </a:solidFill>
                <a:latin typeface="Gotham" panose="02000504050000020004" pitchFamily="2" charset="0"/>
              </a:defRPr>
            </a:lvl1pPr>
          </a:lstStyle>
          <a:p>
            <a:r>
              <a:rPr lang="en-US"/>
              <a:t>Click to edit Master title style</a:t>
            </a:r>
          </a:p>
        </p:txBody>
      </p:sp>
      <p:sp>
        <p:nvSpPr>
          <p:cNvPr id="17" name="Content Placeholder 2">
            <a:extLst>
              <a:ext uri="{FF2B5EF4-FFF2-40B4-BE49-F238E27FC236}">
                <a16:creationId xmlns:a16="http://schemas.microsoft.com/office/drawing/2014/main" id="{C608B9C3-FC74-AE0C-6312-8B92B48FA4E4}"/>
              </a:ext>
            </a:extLst>
          </p:cNvPr>
          <p:cNvSpPr>
            <a:spLocks noGrp="1"/>
          </p:cNvSpPr>
          <p:nvPr>
            <p:ph idx="1"/>
          </p:nvPr>
        </p:nvSpPr>
        <p:spPr>
          <a:xfrm>
            <a:off x="838200" y="1825625"/>
            <a:ext cx="10515600" cy="4351338"/>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3">
            <a:extLst>
              <a:ext uri="{FF2B5EF4-FFF2-40B4-BE49-F238E27FC236}">
                <a16:creationId xmlns:a16="http://schemas.microsoft.com/office/drawing/2014/main" id="{9E942D93-589F-2BD0-0986-06D0AEB69EEA}"/>
              </a:ext>
            </a:extLst>
          </p:cNvPr>
          <p:cNvSpPr>
            <a:spLocks noGrp="1"/>
          </p:cNvSpPr>
          <p:nvPr>
            <p:ph type="dt" sz="half" idx="10"/>
          </p:nvPr>
        </p:nvSpPr>
        <p:spPr>
          <a:xfrm>
            <a:off x="838200" y="6356350"/>
            <a:ext cx="2743200" cy="365125"/>
          </a:xfrm>
        </p:spPr>
        <p:txBody>
          <a:bodyPr/>
          <a:lstStyle/>
          <a:p>
            <a:endParaRPr lang="en-US"/>
          </a:p>
        </p:txBody>
      </p:sp>
      <p:sp>
        <p:nvSpPr>
          <p:cNvPr id="19" name="Footer Placeholder 4">
            <a:extLst>
              <a:ext uri="{FF2B5EF4-FFF2-40B4-BE49-F238E27FC236}">
                <a16:creationId xmlns:a16="http://schemas.microsoft.com/office/drawing/2014/main" id="{24CB05E7-888D-C96C-9068-EFC33F85927A}"/>
              </a:ext>
            </a:extLst>
          </p:cNvPr>
          <p:cNvSpPr>
            <a:spLocks noGrp="1"/>
          </p:cNvSpPr>
          <p:nvPr>
            <p:ph type="ftr" sz="quarter" idx="11"/>
          </p:nvPr>
        </p:nvSpPr>
        <p:spPr>
          <a:xfrm>
            <a:off x="4038600" y="6356350"/>
            <a:ext cx="4114800" cy="365125"/>
          </a:xfrm>
        </p:spPr>
        <p:txBody>
          <a:bodyPr/>
          <a:lstStyle/>
          <a:p>
            <a:endParaRPr lang="en-US"/>
          </a:p>
        </p:txBody>
      </p:sp>
      <p:sp>
        <p:nvSpPr>
          <p:cNvPr id="20" name="Slide Number Placeholder 5">
            <a:extLst>
              <a:ext uri="{FF2B5EF4-FFF2-40B4-BE49-F238E27FC236}">
                <a16:creationId xmlns:a16="http://schemas.microsoft.com/office/drawing/2014/main" id="{1EE053F2-4FEC-FC40-2A60-3470FFFED700}"/>
              </a:ext>
            </a:extLst>
          </p:cNvPr>
          <p:cNvSpPr>
            <a:spLocks noGrp="1"/>
          </p:cNvSpPr>
          <p:nvPr>
            <p:ph type="sldNum" sz="quarter" idx="12"/>
          </p:nvPr>
        </p:nvSpPr>
        <p:spPr>
          <a:xfrm>
            <a:off x="8610600" y="6356350"/>
            <a:ext cx="2743200" cy="365125"/>
          </a:xfrm>
        </p:spPr>
        <p:txBody>
          <a:bodyPr/>
          <a:lstStyle/>
          <a:p>
            <a:fld id="{745D6A40-BEDB-5241-BDE3-ACE7E2765E80}" type="slidenum">
              <a:rPr lang="en-US" smtClean="0"/>
              <a:t>‹#›</a:t>
            </a:fld>
            <a:endParaRPr lang="en-US"/>
          </a:p>
        </p:txBody>
      </p:sp>
    </p:spTree>
    <p:extLst>
      <p:ext uri="{BB962C8B-B14F-4D97-AF65-F5344CB8AC3E}">
        <p14:creationId xmlns:p14="http://schemas.microsoft.com/office/powerpoint/2010/main" val="2362064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213E55-9ED2-ED46-9F7A-82B83C7C9F8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0DB894-D9E4-3A4C-890A-25F622AE6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E97B32-4295-7948-8BB4-A45086EFF921}"/>
              </a:ext>
            </a:extLst>
          </p:cNvPr>
          <p:cNvSpPr>
            <a:spLocks noGrp="1"/>
          </p:cNvSpPr>
          <p:nvPr>
            <p:ph type="sldNum" sz="quarter" idx="12"/>
          </p:nvPr>
        </p:nvSpPr>
        <p:spPr/>
        <p:txBody>
          <a:bodyPr/>
          <a:lstStyle/>
          <a:p>
            <a:fld id="{745D6A40-BEDB-5241-BDE3-ACE7E2765E80}" type="slidenum">
              <a:rPr lang="en-US" smtClean="0"/>
              <a:t>‹#›</a:t>
            </a:fld>
            <a:endParaRPr lang="en-US"/>
          </a:p>
        </p:txBody>
      </p:sp>
      <p:sp>
        <p:nvSpPr>
          <p:cNvPr id="7" name="Title 1">
            <a:extLst>
              <a:ext uri="{FF2B5EF4-FFF2-40B4-BE49-F238E27FC236}">
                <a16:creationId xmlns:a16="http://schemas.microsoft.com/office/drawing/2014/main" id="{5A9B82BE-A612-6107-D56E-10BE953F9494}"/>
              </a:ext>
            </a:extLst>
          </p:cNvPr>
          <p:cNvSpPr>
            <a:spLocks noGrp="1"/>
          </p:cNvSpPr>
          <p:nvPr>
            <p:ph type="title"/>
          </p:nvPr>
        </p:nvSpPr>
        <p:spPr>
          <a:xfrm>
            <a:off x="2413000" y="365125"/>
            <a:ext cx="8940800" cy="1325563"/>
          </a:xfrm>
        </p:spPr>
        <p:txBody>
          <a:bodyPr/>
          <a:lstStyle>
            <a:lvl1pPr>
              <a:defRPr b="1" i="0">
                <a:latin typeface="Gotham" panose="02000504050000020004" pitchFamily="2" charset="0"/>
              </a:defRPr>
            </a:lvl1pPr>
          </a:lstStyle>
          <a:p>
            <a:r>
              <a:rPr lang="en-US"/>
              <a:t>Click to edit Master title style</a:t>
            </a:r>
          </a:p>
        </p:txBody>
      </p:sp>
      <p:sp>
        <p:nvSpPr>
          <p:cNvPr id="8" name="Content Placeholder 2">
            <a:extLst>
              <a:ext uri="{FF2B5EF4-FFF2-40B4-BE49-F238E27FC236}">
                <a16:creationId xmlns:a16="http://schemas.microsoft.com/office/drawing/2014/main" id="{BBEB5335-8DCC-CD1A-A9D2-5685FD7A1929}"/>
              </a:ext>
            </a:extLst>
          </p:cNvPr>
          <p:cNvSpPr>
            <a:spLocks noGrp="1"/>
          </p:cNvSpPr>
          <p:nvPr>
            <p:ph idx="1"/>
          </p:nvPr>
        </p:nvSpPr>
        <p:spPr>
          <a:xfrm>
            <a:off x="838200" y="1825625"/>
            <a:ext cx="10515600" cy="4351338"/>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Logo&#10;&#10;Description automatically generated">
            <a:extLst>
              <a:ext uri="{FF2B5EF4-FFF2-40B4-BE49-F238E27FC236}">
                <a16:creationId xmlns:a16="http://schemas.microsoft.com/office/drawing/2014/main" id="{EC732DBC-6089-30E8-940F-5A77D44314B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50127" y="365125"/>
            <a:ext cx="2005469" cy="827319"/>
          </a:xfrm>
          <a:prstGeom prst="rect">
            <a:avLst/>
          </a:prstGeom>
        </p:spPr>
      </p:pic>
    </p:spTree>
    <p:extLst>
      <p:ext uri="{BB962C8B-B14F-4D97-AF65-F5344CB8AC3E}">
        <p14:creationId xmlns:p14="http://schemas.microsoft.com/office/powerpoint/2010/main" val="18793786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7969F-07FB-8E4A-AF44-5DA3BC10C147}"/>
              </a:ext>
            </a:extLst>
          </p:cNvPr>
          <p:cNvSpPr>
            <a:spLocks noGrp="1"/>
          </p:cNvSpPr>
          <p:nvPr>
            <p:ph type="title"/>
          </p:nvPr>
        </p:nvSpPr>
        <p:spPr/>
        <p:txBody>
          <a:bodyPr>
            <a:normAutofit/>
          </a:bodyPr>
          <a:lstStyle>
            <a:lvl1pPr>
              <a:defRPr sz="4000" b="1" i="0">
                <a:latin typeface="Gotham" panose="02000504050000020004" pitchFamily="2" charset="0"/>
              </a:defRPr>
            </a:lvl1pPr>
          </a:lstStyle>
          <a:p>
            <a:r>
              <a:rPr lang="en-US"/>
              <a:t>Click to edit Master title style</a:t>
            </a:r>
          </a:p>
        </p:txBody>
      </p:sp>
      <p:sp>
        <p:nvSpPr>
          <p:cNvPr id="16" name="Content Placeholder 2">
            <a:extLst>
              <a:ext uri="{FF2B5EF4-FFF2-40B4-BE49-F238E27FC236}">
                <a16:creationId xmlns:a16="http://schemas.microsoft.com/office/drawing/2014/main" id="{62344FB3-A27E-3CF6-FB4D-E04CACF1F971}"/>
              </a:ext>
            </a:extLst>
          </p:cNvPr>
          <p:cNvSpPr>
            <a:spLocks noGrp="1"/>
          </p:cNvSpPr>
          <p:nvPr>
            <p:ph sz="half" idx="11"/>
          </p:nvPr>
        </p:nvSpPr>
        <p:spPr>
          <a:xfrm>
            <a:off x="838200" y="1825625"/>
            <a:ext cx="3187700" cy="3444875"/>
          </a:xfrm>
          <a:solidFill>
            <a:srgbClr val="F5F5F5"/>
          </a:solidFill>
        </p:spPr>
        <p:txBody>
          <a:bodyPr>
            <a:normAutofit/>
          </a:bodyPr>
          <a:lstStyle>
            <a:lvl1pPr>
              <a:defRPr sz="1800">
                <a:latin typeface="GOTHAM-BOOK" panose="02000504050000020004" pitchFamily="2" charset="0"/>
              </a:defRPr>
            </a:lvl1pPr>
            <a:lvl2pPr>
              <a:defRPr sz="1800">
                <a:latin typeface="GOTHAM-BOOK" panose="02000504050000020004" pitchFamily="2" charset="0"/>
              </a:defRPr>
            </a:lvl2pPr>
            <a:lvl3pPr>
              <a:defRPr sz="1800">
                <a:latin typeface="GOTHAM-BOOK" panose="02000504050000020004" pitchFamily="2" charset="0"/>
              </a:defRPr>
            </a:lvl3pPr>
            <a:lvl4pPr>
              <a:defRPr sz="1800">
                <a:latin typeface="GOTHAM-BOOK" panose="02000504050000020004" pitchFamily="2" charset="0"/>
              </a:defRPr>
            </a:lvl4pPr>
            <a:lvl5pPr>
              <a:defRPr sz="1800">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3">
            <a:extLst>
              <a:ext uri="{FF2B5EF4-FFF2-40B4-BE49-F238E27FC236}">
                <a16:creationId xmlns:a16="http://schemas.microsoft.com/office/drawing/2014/main" id="{B825B7A4-C0CA-FBAC-5D22-D9B29BB21B8B}"/>
              </a:ext>
            </a:extLst>
          </p:cNvPr>
          <p:cNvSpPr>
            <a:spLocks noGrp="1"/>
          </p:cNvSpPr>
          <p:nvPr>
            <p:ph sz="half" idx="12"/>
          </p:nvPr>
        </p:nvSpPr>
        <p:spPr>
          <a:xfrm>
            <a:off x="4358344" y="1825625"/>
            <a:ext cx="3475312" cy="3444875"/>
          </a:xfrm>
          <a:solidFill>
            <a:srgbClr val="F5F5F5"/>
          </a:solidFill>
        </p:spPr>
        <p:txBody>
          <a:bodyPr>
            <a:normAutofit/>
          </a:bodyPr>
          <a:lstStyle>
            <a:lvl1pPr>
              <a:defRPr sz="1800">
                <a:latin typeface="GOTHAM-BOOK" panose="02000504050000020004" pitchFamily="2" charset="0"/>
              </a:defRPr>
            </a:lvl1pPr>
            <a:lvl2pPr>
              <a:defRPr sz="1800">
                <a:latin typeface="GOTHAM-BOOK" panose="02000504050000020004" pitchFamily="2" charset="0"/>
              </a:defRPr>
            </a:lvl2pPr>
            <a:lvl3pPr>
              <a:defRPr sz="1800">
                <a:latin typeface="GOTHAM-BOOK" panose="02000504050000020004" pitchFamily="2" charset="0"/>
              </a:defRPr>
            </a:lvl3pPr>
            <a:lvl4pPr>
              <a:defRPr sz="1800">
                <a:latin typeface="GOTHAM-BOOK" panose="02000504050000020004" pitchFamily="2" charset="0"/>
              </a:defRPr>
            </a:lvl4pPr>
            <a:lvl5pPr>
              <a:defRPr sz="1800">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a:extLst>
              <a:ext uri="{FF2B5EF4-FFF2-40B4-BE49-F238E27FC236}">
                <a16:creationId xmlns:a16="http://schemas.microsoft.com/office/drawing/2014/main" id="{BFFE2BB9-E71B-A6A1-ACAD-30F6A8A9718A}"/>
              </a:ext>
            </a:extLst>
          </p:cNvPr>
          <p:cNvSpPr>
            <a:spLocks noGrp="1"/>
          </p:cNvSpPr>
          <p:nvPr>
            <p:ph sz="half" idx="13"/>
          </p:nvPr>
        </p:nvSpPr>
        <p:spPr>
          <a:xfrm>
            <a:off x="8166100" y="1825625"/>
            <a:ext cx="3187700" cy="3444875"/>
          </a:xfrm>
          <a:solidFill>
            <a:srgbClr val="F5F5F5"/>
          </a:solidFill>
        </p:spPr>
        <p:txBody>
          <a:bodyPr>
            <a:normAutofit/>
          </a:bodyPr>
          <a:lstStyle>
            <a:lvl1pPr>
              <a:defRPr sz="1800">
                <a:latin typeface="GOTHAM-BOOK" panose="02000504050000020004" pitchFamily="2" charset="0"/>
              </a:defRPr>
            </a:lvl1pPr>
            <a:lvl2pPr>
              <a:defRPr sz="1800">
                <a:latin typeface="GOTHAM-BOOK" panose="02000504050000020004" pitchFamily="2" charset="0"/>
              </a:defRPr>
            </a:lvl2pPr>
            <a:lvl3pPr>
              <a:defRPr sz="1800">
                <a:latin typeface="GOTHAM-BOOK" panose="02000504050000020004" pitchFamily="2" charset="0"/>
              </a:defRPr>
            </a:lvl3pPr>
            <a:lvl4pPr>
              <a:defRPr sz="1800">
                <a:latin typeface="GOTHAM-BOOK" panose="02000504050000020004" pitchFamily="2" charset="0"/>
              </a:defRPr>
            </a:lvl4pPr>
            <a:lvl5pPr>
              <a:defRPr sz="1800">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0231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7969F-07FB-8E4A-AF44-5DA3BC10C147}"/>
              </a:ext>
            </a:extLst>
          </p:cNvPr>
          <p:cNvSpPr>
            <a:spLocks noGrp="1"/>
          </p:cNvSpPr>
          <p:nvPr>
            <p:ph type="title"/>
          </p:nvPr>
        </p:nvSpPr>
        <p:spPr/>
        <p:txBody>
          <a:bodyPr/>
          <a:lstStyle>
            <a:lvl1pPr>
              <a:defRPr b="1" i="0">
                <a:latin typeface="Gotham" panose="02000504050000020004"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C0B6E23-0498-ED44-84AB-DFB8DD3048E8}"/>
              </a:ext>
            </a:extLst>
          </p:cNvPr>
          <p:cNvSpPr>
            <a:spLocks noGrp="1"/>
          </p:cNvSpPr>
          <p:nvPr>
            <p:ph sz="half" idx="1"/>
          </p:nvPr>
        </p:nvSpPr>
        <p:spPr>
          <a:xfrm>
            <a:off x="838200" y="1825625"/>
            <a:ext cx="5181600" cy="4351338"/>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EC8210-9A97-5F4F-9169-3B6F5474FA22}"/>
              </a:ext>
            </a:extLst>
          </p:cNvPr>
          <p:cNvSpPr>
            <a:spLocks noGrp="1"/>
          </p:cNvSpPr>
          <p:nvPr>
            <p:ph sz="half" idx="2"/>
          </p:nvPr>
        </p:nvSpPr>
        <p:spPr>
          <a:xfrm>
            <a:off x="6172200" y="1825625"/>
            <a:ext cx="5181600" cy="4351338"/>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F49D56-FED5-784A-8DED-4851D4712D9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349BB0A-5F12-D946-A819-CC575BCA1F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FF51BF-84A0-8549-89BB-18E58C847417}"/>
              </a:ext>
            </a:extLst>
          </p:cNvPr>
          <p:cNvSpPr>
            <a:spLocks noGrp="1"/>
          </p:cNvSpPr>
          <p:nvPr>
            <p:ph type="sldNum" sz="quarter" idx="12"/>
          </p:nvPr>
        </p:nvSpPr>
        <p:spPr/>
        <p:txBody>
          <a:bodyPr/>
          <a:lstStyle/>
          <a:p>
            <a:fld id="{745D6A40-BEDB-5241-BDE3-ACE7E2765E80}" type="slidenum">
              <a:rPr lang="en-US" smtClean="0"/>
              <a:t>‹#›</a:t>
            </a:fld>
            <a:endParaRPr lang="en-US"/>
          </a:p>
        </p:txBody>
      </p:sp>
    </p:spTree>
    <p:extLst>
      <p:ext uri="{BB962C8B-B14F-4D97-AF65-F5344CB8AC3E}">
        <p14:creationId xmlns:p14="http://schemas.microsoft.com/office/powerpoint/2010/main" val="334624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446C0-57B8-CF44-9B85-2550375AE698}"/>
              </a:ext>
            </a:extLst>
          </p:cNvPr>
          <p:cNvSpPr>
            <a:spLocks noGrp="1"/>
          </p:cNvSpPr>
          <p:nvPr>
            <p:ph type="title"/>
          </p:nvPr>
        </p:nvSpPr>
        <p:spPr>
          <a:xfrm>
            <a:off x="839788" y="365125"/>
            <a:ext cx="10515600" cy="1325563"/>
          </a:xfrm>
        </p:spPr>
        <p:txBody>
          <a:bodyPr/>
          <a:lstStyle>
            <a:lvl1pPr>
              <a:defRPr b="1" i="0">
                <a:latin typeface="Gotham" panose="02000504050000020004"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810DF837-5398-5D4B-AC67-52732C65E782}"/>
              </a:ext>
            </a:extLst>
          </p:cNvPr>
          <p:cNvSpPr>
            <a:spLocks noGrp="1"/>
          </p:cNvSpPr>
          <p:nvPr>
            <p:ph type="body" idx="1"/>
          </p:nvPr>
        </p:nvSpPr>
        <p:spPr>
          <a:xfrm>
            <a:off x="839788" y="1681163"/>
            <a:ext cx="5157787" cy="823912"/>
          </a:xfrm>
        </p:spPr>
        <p:txBody>
          <a:bodyPr anchor="b"/>
          <a:lstStyle>
            <a:lvl1pPr marL="0" indent="0">
              <a:buNone/>
              <a:defRPr sz="2400" b="0" i="0">
                <a:latin typeface="GOTHAM-MEDIUM" panose="0200050405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F8A21CE-6C42-F443-ACEE-98BFF2581FD7}"/>
              </a:ext>
            </a:extLst>
          </p:cNvPr>
          <p:cNvSpPr>
            <a:spLocks noGrp="1"/>
          </p:cNvSpPr>
          <p:nvPr>
            <p:ph sz="half" idx="2"/>
          </p:nvPr>
        </p:nvSpPr>
        <p:spPr>
          <a:xfrm>
            <a:off x="839788" y="2505075"/>
            <a:ext cx="5157787" cy="3684588"/>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0659B7-3817-4241-A283-9836E85EB694}"/>
              </a:ext>
            </a:extLst>
          </p:cNvPr>
          <p:cNvSpPr>
            <a:spLocks noGrp="1"/>
          </p:cNvSpPr>
          <p:nvPr>
            <p:ph type="body" sz="quarter" idx="3"/>
          </p:nvPr>
        </p:nvSpPr>
        <p:spPr>
          <a:xfrm>
            <a:off x="6172200" y="1681163"/>
            <a:ext cx="5183188" cy="823912"/>
          </a:xfrm>
        </p:spPr>
        <p:txBody>
          <a:bodyPr anchor="b"/>
          <a:lstStyle>
            <a:lvl1pPr marL="0" indent="0">
              <a:buNone/>
              <a:defRPr sz="2400" b="0" i="0">
                <a:latin typeface="GOTHAM-MEDIUM" panose="0200050405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68182DD-ECDB-6A4D-83DB-1C47F719BF24}"/>
              </a:ext>
            </a:extLst>
          </p:cNvPr>
          <p:cNvSpPr>
            <a:spLocks noGrp="1"/>
          </p:cNvSpPr>
          <p:nvPr>
            <p:ph sz="quarter" idx="4"/>
          </p:nvPr>
        </p:nvSpPr>
        <p:spPr>
          <a:xfrm>
            <a:off x="6172200" y="2505075"/>
            <a:ext cx="5183188" cy="3684588"/>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EA47F5-7CC8-0643-A1BF-65BBEE2A6FB9}"/>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20D6798-4FEF-9043-BE72-C58DC7D9E3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18E944-B7A5-2F41-AFE9-D1FADB7840C8}"/>
              </a:ext>
            </a:extLst>
          </p:cNvPr>
          <p:cNvSpPr>
            <a:spLocks noGrp="1"/>
          </p:cNvSpPr>
          <p:nvPr>
            <p:ph type="sldNum" sz="quarter" idx="12"/>
          </p:nvPr>
        </p:nvSpPr>
        <p:spPr/>
        <p:txBody>
          <a:bodyPr/>
          <a:lstStyle/>
          <a:p>
            <a:fld id="{745D6A40-BEDB-5241-BDE3-ACE7E2765E80}" type="slidenum">
              <a:rPr lang="en-US" smtClean="0"/>
              <a:t>‹#›</a:t>
            </a:fld>
            <a:endParaRPr lang="en-US"/>
          </a:p>
        </p:txBody>
      </p:sp>
    </p:spTree>
    <p:extLst>
      <p:ext uri="{BB962C8B-B14F-4D97-AF65-F5344CB8AC3E}">
        <p14:creationId xmlns:p14="http://schemas.microsoft.com/office/powerpoint/2010/main" val="34863362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7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213E55-9ED2-ED46-9F7A-82B83C7C9F8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0DB894-D9E4-3A4C-890A-25F622AE6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E97B32-4295-7948-8BB4-A45086EFF921}"/>
              </a:ext>
            </a:extLst>
          </p:cNvPr>
          <p:cNvSpPr>
            <a:spLocks noGrp="1"/>
          </p:cNvSpPr>
          <p:nvPr>
            <p:ph type="sldNum" sz="quarter" idx="12"/>
          </p:nvPr>
        </p:nvSpPr>
        <p:spPr/>
        <p:txBody>
          <a:bodyPr/>
          <a:lstStyle/>
          <a:p>
            <a:fld id="{745D6A40-BEDB-5241-BDE3-ACE7E2765E80}" type="slidenum">
              <a:rPr lang="en-US" smtClean="0"/>
              <a:t>‹#›</a:t>
            </a:fld>
            <a:endParaRPr lang="en-US"/>
          </a:p>
        </p:txBody>
      </p:sp>
      <p:sp>
        <p:nvSpPr>
          <p:cNvPr id="7" name="Title 1">
            <a:extLst>
              <a:ext uri="{FF2B5EF4-FFF2-40B4-BE49-F238E27FC236}">
                <a16:creationId xmlns:a16="http://schemas.microsoft.com/office/drawing/2014/main" id="{5A9B82BE-A612-6107-D56E-10BE953F9494}"/>
              </a:ext>
            </a:extLst>
          </p:cNvPr>
          <p:cNvSpPr>
            <a:spLocks noGrp="1"/>
          </p:cNvSpPr>
          <p:nvPr>
            <p:ph type="title"/>
          </p:nvPr>
        </p:nvSpPr>
        <p:spPr>
          <a:xfrm>
            <a:off x="2413000" y="365125"/>
            <a:ext cx="8940800" cy="1325563"/>
          </a:xfrm>
        </p:spPr>
        <p:txBody>
          <a:bodyPr/>
          <a:lstStyle>
            <a:lvl1pPr>
              <a:defRPr b="1" i="0">
                <a:latin typeface="Gotham" panose="02000504050000020004" pitchFamily="2" charset="0"/>
              </a:defRPr>
            </a:lvl1pPr>
          </a:lstStyle>
          <a:p>
            <a:r>
              <a:rPr lang="en-US"/>
              <a:t>Click to edit Master title style</a:t>
            </a:r>
          </a:p>
        </p:txBody>
      </p:sp>
      <p:sp>
        <p:nvSpPr>
          <p:cNvPr id="8" name="Content Placeholder 2">
            <a:extLst>
              <a:ext uri="{FF2B5EF4-FFF2-40B4-BE49-F238E27FC236}">
                <a16:creationId xmlns:a16="http://schemas.microsoft.com/office/drawing/2014/main" id="{BBEB5335-8DCC-CD1A-A9D2-5685FD7A1929}"/>
              </a:ext>
            </a:extLst>
          </p:cNvPr>
          <p:cNvSpPr>
            <a:spLocks noGrp="1"/>
          </p:cNvSpPr>
          <p:nvPr>
            <p:ph idx="1"/>
          </p:nvPr>
        </p:nvSpPr>
        <p:spPr>
          <a:xfrm>
            <a:off x="838200" y="1825625"/>
            <a:ext cx="10515600" cy="4351338"/>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Logo&#10;&#10;Description automatically generated">
            <a:extLst>
              <a:ext uri="{FF2B5EF4-FFF2-40B4-BE49-F238E27FC236}">
                <a16:creationId xmlns:a16="http://schemas.microsoft.com/office/drawing/2014/main" id="{E0F2EB96-CFF4-2B97-7E24-CDF3288AFC0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50127" y="365125"/>
            <a:ext cx="2005469" cy="827319"/>
          </a:xfrm>
          <a:prstGeom prst="rect">
            <a:avLst/>
          </a:prstGeom>
        </p:spPr>
      </p:pic>
    </p:spTree>
    <p:extLst>
      <p:ext uri="{BB962C8B-B14F-4D97-AF65-F5344CB8AC3E}">
        <p14:creationId xmlns:p14="http://schemas.microsoft.com/office/powerpoint/2010/main" val="36100454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213E55-9ED2-ED46-9F7A-82B83C7C9F8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0DB894-D9E4-3A4C-890A-25F622AE6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E97B32-4295-7948-8BB4-A45086EFF921}"/>
              </a:ext>
            </a:extLst>
          </p:cNvPr>
          <p:cNvSpPr>
            <a:spLocks noGrp="1"/>
          </p:cNvSpPr>
          <p:nvPr>
            <p:ph type="sldNum" sz="quarter" idx="12"/>
          </p:nvPr>
        </p:nvSpPr>
        <p:spPr/>
        <p:txBody>
          <a:bodyPr/>
          <a:lstStyle/>
          <a:p>
            <a:fld id="{745D6A40-BEDB-5241-BDE3-ACE7E2765E80}" type="slidenum">
              <a:rPr lang="en-US" smtClean="0"/>
              <a:t>‹#›</a:t>
            </a:fld>
            <a:endParaRPr lang="en-US"/>
          </a:p>
        </p:txBody>
      </p:sp>
      <p:sp>
        <p:nvSpPr>
          <p:cNvPr id="7" name="Title 1">
            <a:extLst>
              <a:ext uri="{FF2B5EF4-FFF2-40B4-BE49-F238E27FC236}">
                <a16:creationId xmlns:a16="http://schemas.microsoft.com/office/drawing/2014/main" id="{5A9B82BE-A612-6107-D56E-10BE953F9494}"/>
              </a:ext>
            </a:extLst>
          </p:cNvPr>
          <p:cNvSpPr>
            <a:spLocks noGrp="1"/>
          </p:cNvSpPr>
          <p:nvPr>
            <p:ph type="title"/>
          </p:nvPr>
        </p:nvSpPr>
        <p:spPr>
          <a:xfrm>
            <a:off x="2413000" y="365125"/>
            <a:ext cx="8940800" cy="1325563"/>
          </a:xfrm>
        </p:spPr>
        <p:txBody>
          <a:bodyPr/>
          <a:lstStyle>
            <a:lvl1pPr>
              <a:defRPr b="1" i="0">
                <a:latin typeface="Gotham" panose="02000504050000020004" pitchFamily="2" charset="0"/>
              </a:defRPr>
            </a:lvl1pPr>
          </a:lstStyle>
          <a:p>
            <a:r>
              <a:rPr lang="en-US"/>
              <a:t>Click to edit Master title style</a:t>
            </a:r>
          </a:p>
        </p:txBody>
      </p:sp>
      <p:sp>
        <p:nvSpPr>
          <p:cNvPr id="8" name="Content Placeholder 2">
            <a:extLst>
              <a:ext uri="{FF2B5EF4-FFF2-40B4-BE49-F238E27FC236}">
                <a16:creationId xmlns:a16="http://schemas.microsoft.com/office/drawing/2014/main" id="{BBEB5335-8DCC-CD1A-A9D2-5685FD7A1929}"/>
              </a:ext>
            </a:extLst>
          </p:cNvPr>
          <p:cNvSpPr>
            <a:spLocks noGrp="1"/>
          </p:cNvSpPr>
          <p:nvPr>
            <p:ph idx="1"/>
          </p:nvPr>
        </p:nvSpPr>
        <p:spPr>
          <a:xfrm>
            <a:off x="838200" y="1825625"/>
            <a:ext cx="10515600" cy="4351338"/>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Logo&#10;&#10;Description automatically generated">
            <a:extLst>
              <a:ext uri="{FF2B5EF4-FFF2-40B4-BE49-F238E27FC236}">
                <a16:creationId xmlns:a16="http://schemas.microsoft.com/office/drawing/2014/main" id="{AD77258B-3B81-48BF-D815-91734C0BB2A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50127" y="365125"/>
            <a:ext cx="2005469" cy="827319"/>
          </a:xfrm>
          <a:prstGeom prst="rect">
            <a:avLst/>
          </a:prstGeom>
        </p:spPr>
      </p:pic>
    </p:spTree>
    <p:extLst>
      <p:ext uri="{BB962C8B-B14F-4D97-AF65-F5344CB8AC3E}">
        <p14:creationId xmlns:p14="http://schemas.microsoft.com/office/powerpoint/2010/main" val="36269083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213E55-9ED2-ED46-9F7A-82B83C7C9F8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0DB894-D9E4-3A4C-890A-25F622AE6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E97B32-4295-7948-8BB4-A45086EFF921}"/>
              </a:ext>
            </a:extLst>
          </p:cNvPr>
          <p:cNvSpPr>
            <a:spLocks noGrp="1"/>
          </p:cNvSpPr>
          <p:nvPr>
            <p:ph type="sldNum" sz="quarter" idx="12"/>
          </p:nvPr>
        </p:nvSpPr>
        <p:spPr/>
        <p:txBody>
          <a:bodyPr/>
          <a:lstStyle/>
          <a:p>
            <a:fld id="{745D6A40-BEDB-5241-BDE3-ACE7E2765E80}" type="slidenum">
              <a:rPr lang="en-US" smtClean="0"/>
              <a:t>‹#›</a:t>
            </a:fld>
            <a:endParaRPr lang="en-US"/>
          </a:p>
        </p:txBody>
      </p:sp>
      <p:pic>
        <p:nvPicPr>
          <p:cNvPr id="2" name="Picture 1" descr="Logo&#10;&#10;Description automatically generated">
            <a:extLst>
              <a:ext uri="{FF2B5EF4-FFF2-40B4-BE49-F238E27FC236}">
                <a16:creationId xmlns:a16="http://schemas.microsoft.com/office/drawing/2014/main" id="{AD77258B-3B81-48BF-D815-91734C0BB2A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50127" y="365125"/>
            <a:ext cx="2005469" cy="827319"/>
          </a:xfrm>
          <a:prstGeom prst="rect">
            <a:avLst/>
          </a:prstGeom>
        </p:spPr>
      </p:pic>
      <p:sp>
        <p:nvSpPr>
          <p:cNvPr id="3" name="Title 4">
            <a:extLst>
              <a:ext uri="{FF2B5EF4-FFF2-40B4-BE49-F238E27FC236}">
                <a16:creationId xmlns:a16="http://schemas.microsoft.com/office/drawing/2014/main" id="{F7C4D151-B570-FD40-F423-E3A310DF0377}"/>
              </a:ext>
            </a:extLst>
          </p:cNvPr>
          <p:cNvSpPr>
            <a:spLocks noGrp="1"/>
          </p:cNvSpPr>
          <p:nvPr>
            <p:ph type="title" hasCustomPrompt="1"/>
          </p:nvPr>
        </p:nvSpPr>
        <p:spPr>
          <a:xfrm>
            <a:off x="2413000" y="365125"/>
            <a:ext cx="8940800" cy="1325563"/>
          </a:xfrm>
        </p:spPr>
        <p:txBody>
          <a:bodyPr>
            <a:normAutofit/>
          </a:bodyPr>
          <a:lstStyle/>
          <a:p>
            <a:r>
              <a:rPr lang="en-US" sz="4000"/>
              <a:t>Click here to edit title</a:t>
            </a:r>
          </a:p>
        </p:txBody>
      </p:sp>
      <p:cxnSp>
        <p:nvCxnSpPr>
          <p:cNvPr id="10" name="Curved Connector 9">
            <a:extLst>
              <a:ext uri="{FF2B5EF4-FFF2-40B4-BE49-F238E27FC236}">
                <a16:creationId xmlns:a16="http://schemas.microsoft.com/office/drawing/2014/main" id="{7E14E55F-DF3E-F8A0-E1CD-351D2987CCB4}"/>
              </a:ext>
            </a:extLst>
          </p:cNvPr>
          <p:cNvCxnSpPr>
            <a:cxnSpLocks/>
          </p:cNvCxnSpPr>
          <p:nvPr userDrawn="1"/>
        </p:nvCxnSpPr>
        <p:spPr>
          <a:xfrm rot="10800000">
            <a:off x="0" y="5211973"/>
            <a:ext cx="12192000" cy="909538"/>
          </a:xfrm>
          <a:prstGeom prst="curvedConnector3">
            <a:avLst>
              <a:gd name="adj1" fmla="val 57499"/>
            </a:avLst>
          </a:prstGeom>
          <a:ln w="635000">
            <a:solidFill>
              <a:srgbClr val="002A3D"/>
            </a:solidFill>
          </a:ln>
        </p:spPr>
        <p:style>
          <a:lnRef idx="1">
            <a:schemeClr val="accent1"/>
          </a:lnRef>
          <a:fillRef idx="0">
            <a:schemeClr val="accent1"/>
          </a:fillRef>
          <a:effectRef idx="0">
            <a:schemeClr val="accent1"/>
          </a:effectRef>
          <a:fontRef idx="minor">
            <a:schemeClr val="tx1"/>
          </a:fontRef>
        </p:style>
      </p:cxnSp>
      <p:cxnSp>
        <p:nvCxnSpPr>
          <p:cNvPr id="11" name="Curved Connector 10">
            <a:extLst>
              <a:ext uri="{FF2B5EF4-FFF2-40B4-BE49-F238E27FC236}">
                <a16:creationId xmlns:a16="http://schemas.microsoft.com/office/drawing/2014/main" id="{1DF06C4F-BAC4-8039-70D1-F8E93F915161}"/>
              </a:ext>
            </a:extLst>
          </p:cNvPr>
          <p:cNvCxnSpPr>
            <a:cxnSpLocks/>
          </p:cNvCxnSpPr>
          <p:nvPr userDrawn="1"/>
        </p:nvCxnSpPr>
        <p:spPr>
          <a:xfrm rot="10800000">
            <a:off x="21024" y="5196207"/>
            <a:ext cx="12170976" cy="911806"/>
          </a:xfrm>
          <a:prstGeom prst="curvedConnector3">
            <a:avLst>
              <a:gd name="adj1" fmla="val 58161"/>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D6F844F-8408-FD84-73CD-C590330FF942}"/>
              </a:ext>
            </a:extLst>
          </p:cNvPr>
          <p:cNvGrpSpPr/>
          <p:nvPr userDrawn="1"/>
        </p:nvGrpSpPr>
        <p:grpSpPr>
          <a:xfrm>
            <a:off x="1687032" y="3801615"/>
            <a:ext cx="527699" cy="1272546"/>
            <a:chOff x="1464224" y="4009199"/>
            <a:chExt cx="527699" cy="1272546"/>
          </a:xfrm>
        </p:grpSpPr>
        <p:cxnSp>
          <p:nvCxnSpPr>
            <p:cNvPr id="16" name="Straight Connector 15">
              <a:extLst>
                <a:ext uri="{FF2B5EF4-FFF2-40B4-BE49-F238E27FC236}">
                  <a16:creationId xmlns:a16="http://schemas.microsoft.com/office/drawing/2014/main" id="{5017B889-AB72-CD98-AA60-924A2AC88F71}"/>
                </a:ext>
              </a:extLst>
            </p:cNvPr>
            <p:cNvCxnSpPr>
              <a:cxnSpLocks/>
            </p:cNvCxnSpPr>
            <p:nvPr/>
          </p:nvCxnSpPr>
          <p:spPr>
            <a:xfrm>
              <a:off x="1728779" y="4430407"/>
              <a:ext cx="0" cy="851338"/>
            </a:xfrm>
            <a:prstGeom prst="line">
              <a:avLst/>
            </a:prstGeom>
            <a:ln w="25400">
              <a:solidFill>
                <a:srgbClr val="FF6B00"/>
              </a:solidFill>
              <a:tailEnd type="ova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3795E21A-4DF8-E691-87BA-B58685A590FC}"/>
                </a:ext>
              </a:extLst>
            </p:cNvPr>
            <p:cNvSpPr/>
            <p:nvPr/>
          </p:nvSpPr>
          <p:spPr>
            <a:xfrm>
              <a:off x="1464224" y="4009199"/>
              <a:ext cx="527699" cy="527699"/>
            </a:xfrm>
            <a:prstGeom prst="ellipse">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grpSp>
      <p:grpSp>
        <p:nvGrpSpPr>
          <p:cNvPr id="18" name="Group 17">
            <a:extLst>
              <a:ext uri="{FF2B5EF4-FFF2-40B4-BE49-F238E27FC236}">
                <a16:creationId xmlns:a16="http://schemas.microsoft.com/office/drawing/2014/main" id="{D8A4945B-7F4D-7F67-B771-38D8D433CFB8}"/>
              </a:ext>
            </a:extLst>
          </p:cNvPr>
          <p:cNvGrpSpPr/>
          <p:nvPr userDrawn="1"/>
        </p:nvGrpSpPr>
        <p:grpSpPr>
          <a:xfrm>
            <a:off x="4449437" y="4012219"/>
            <a:ext cx="527699" cy="1272546"/>
            <a:chOff x="1464224" y="4009199"/>
            <a:chExt cx="527699" cy="1272546"/>
          </a:xfrm>
        </p:grpSpPr>
        <p:cxnSp>
          <p:nvCxnSpPr>
            <p:cNvPr id="19" name="Straight Connector 18">
              <a:extLst>
                <a:ext uri="{FF2B5EF4-FFF2-40B4-BE49-F238E27FC236}">
                  <a16:creationId xmlns:a16="http://schemas.microsoft.com/office/drawing/2014/main" id="{B493522B-F4F5-A227-8DF1-BED39C8E3A7D}"/>
                </a:ext>
              </a:extLst>
            </p:cNvPr>
            <p:cNvCxnSpPr>
              <a:cxnSpLocks/>
            </p:cNvCxnSpPr>
            <p:nvPr/>
          </p:nvCxnSpPr>
          <p:spPr>
            <a:xfrm>
              <a:off x="1728779" y="4430407"/>
              <a:ext cx="0" cy="851338"/>
            </a:xfrm>
            <a:prstGeom prst="line">
              <a:avLst/>
            </a:prstGeom>
            <a:ln w="25400">
              <a:solidFill>
                <a:srgbClr val="FF6B00"/>
              </a:solidFill>
              <a:tailEnd type="ova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4B43029-5884-7FED-1671-37E9259E7175}"/>
                </a:ext>
              </a:extLst>
            </p:cNvPr>
            <p:cNvSpPr/>
            <p:nvPr/>
          </p:nvSpPr>
          <p:spPr>
            <a:xfrm>
              <a:off x="1464224" y="4009199"/>
              <a:ext cx="527699" cy="527699"/>
            </a:xfrm>
            <a:prstGeom prst="ellipse">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grpSp>
      <p:grpSp>
        <p:nvGrpSpPr>
          <p:cNvPr id="21" name="Group 20">
            <a:extLst>
              <a:ext uri="{FF2B5EF4-FFF2-40B4-BE49-F238E27FC236}">
                <a16:creationId xmlns:a16="http://schemas.microsoft.com/office/drawing/2014/main" id="{BF36044A-46F4-CC03-2B3C-4A307CBCB11E}"/>
              </a:ext>
            </a:extLst>
          </p:cNvPr>
          <p:cNvGrpSpPr/>
          <p:nvPr userDrawn="1"/>
        </p:nvGrpSpPr>
        <p:grpSpPr>
          <a:xfrm>
            <a:off x="7212547" y="4546436"/>
            <a:ext cx="527699" cy="1272546"/>
            <a:chOff x="1464224" y="4009199"/>
            <a:chExt cx="527699" cy="1272546"/>
          </a:xfrm>
        </p:grpSpPr>
        <p:cxnSp>
          <p:nvCxnSpPr>
            <p:cNvPr id="22" name="Straight Connector 21">
              <a:extLst>
                <a:ext uri="{FF2B5EF4-FFF2-40B4-BE49-F238E27FC236}">
                  <a16:creationId xmlns:a16="http://schemas.microsoft.com/office/drawing/2014/main" id="{42F5A569-8AAB-E336-2124-A6EBC5D8B686}"/>
                </a:ext>
              </a:extLst>
            </p:cNvPr>
            <p:cNvCxnSpPr>
              <a:cxnSpLocks/>
            </p:cNvCxnSpPr>
            <p:nvPr/>
          </p:nvCxnSpPr>
          <p:spPr>
            <a:xfrm>
              <a:off x="1728779" y="4430407"/>
              <a:ext cx="0" cy="851338"/>
            </a:xfrm>
            <a:prstGeom prst="line">
              <a:avLst/>
            </a:prstGeom>
            <a:ln w="25400">
              <a:solidFill>
                <a:srgbClr val="FF6B00"/>
              </a:solidFill>
              <a:tailEnd type="ova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C83D3C42-0905-C0E6-9435-3D2CEE248708}"/>
                </a:ext>
              </a:extLst>
            </p:cNvPr>
            <p:cNvSpPr/>
            <p:nvPr/>
          </p:nvSpPr>
          <p:spPr>
            <a:xfrm>
              <a:off x="1464224" y="4009199"/>
              <a:ext cx="527699" cy="527699"/>
            </a:xfrm>
            <a:prstGeom prst="ellipse">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grpSp>
      <p:grpSp>
        <p:nvGrpSpPr>
          <p:cNvPr id="24" name="Group 23">
            <a:extLst>
              <a:ext uri="{FF2B5EF4-FFF2-40B4-BE49-F238E27FC236}">
                <a16:creationId xmlns:a16="http://schemas.microsoft.com/office/drawing/2014/main" id="{0EDBDE7E-142F-9566-F00F-1080C1B9C13F}"/>
              </a:ext>
            </a:extLst>
          </p:cNvPr>
          <p:cNvGrpSpPr/>
          <p:nvPr userDrawn="1"/>
        </p:nvGrpSpPr>
        <p:grpSpPr>
          <a:xfrm>
            <a:off x="9975757" y="4619536"/>
            <a:ext cx="527699" cy="1272546"/>
            <a:chOff x="1464224" y="4009199"/>
            <a:chExt cx="527699" cy="1272546"/>
          </a:xfrm>
        </p:grpSpPr>
        <p:cxnSp>
          <p:nvCxnSpPr>
            <p:cNvPr id="25" name="Straight Connector 24">
              <a:extLst>
                <a:ext uri="{FF2B5EF4-FFF2-40B4-BE49-F238E27FC236}">
                  <a16:creationId xmlns:a16="http://schemas.microsoft.com/office/drawing/2014/main" id="{BC480A84-A750-AF2C-2D5D-6D591CCD2CDB}"/>
                </a:ext>
              </a:extLst>
            </p:cNvPr>
            <p:cNvCxnSpPr>
              <a:cxnSpLocks/>
            </p:cNvCxnSpPr>
            <p:nvPr/>
          </p:nvCxnSpPr>
          <p:spPr>
            <a:xfrm>
              <a:off x="1728779" y="4430407"/>
              <a:ext cx="0" cy="851338"/>
            </a:xfrm>
            <a:prstGeom prst="line">
              <a:avLst/>
            </a:prstGeom>
            <a:ln w="25400">
              <a:solidFill>
                <a:srgbClr val="FF6B00"/>
              </a:solidFill>
              <a:tailEnd type="ova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292088C3-91D7-22F3-819E-D9DF98E9C7A8}"/>
                </a:ext>
              </a:extLst>
            </p:cNvPr>
            <p:cNvSpPr/>
            <p:nvPr/>
          </p:nvSpPr>
          <p:spPr>
            <a:xfrm>
              <a:off x="1464224" y="4009199"/>
              <a:ext cx="527699" cy="527699"/>
            </a:xfrm>
            <a:prstGeom prst="ellipse">
              <a:avLst/>
            </a:prstGeom>
            <a:solidFill>
              <a:srgbClr val="FF6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4</a:t>
              </a:r>
            </a:p>
          </p:txBody>
        </p:sp>
      </p:grpSp>
      <p:sp>
        <p:nvSpPr>
          <p:cNvPr id="27" name="Content Placeholder 2">
            <a:extLst>
              <a:ext uri="{FF2B5EF4-FFF2-40B4-BE49-F238E27FC236}">
                <a16:creationId xmlns:a16="http://schemas.microsoft.com/office/drawing/2014/main" id="{EE4E9A0F-D6EC-96FE-E74E-B59B3A329898}"/>
              </a:ext>
            </a:extLst>
          </p:cNvPr>
          <p:cNvSpPr txBox="1">
            <a:spLocks/>
          </p:cNvSpPr>
          <p:nvPr userDrawn="1"/>
        </p:nvSpPr>
        <p:spPr>
          <a:xfrm>
            <a:off x="389707" y="3890636"/>
            <a:ext cx="881881" cy="3642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A3D"/>
                </a:solidFill>
                <a:latin typeface="GOTHAM-BOOK" panose="0200050405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A3D"/>
                </a:solidFill>
                <a:latin typeface="GOTHAM-BOOK" panose="0200050405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A3D"/>
                </a:solidFill>
                <a:latin typeface="GOTHAM-BOOK" panose="0200050405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GB" sz="1400" b="1"/>
              <a:t>Phases</a:t>
            </a:r>
          </a:p>
        </p:txBody>
      </p:sp>
      <p:sp>
        <p:nvSpPr>
          <p:cNvPr id="28" name="Content Placeholder 2">
            <a:extLst>
              <a:ext uri="{FF2B5EF4-FFF2-40B4-BE49-F238E27FC236}">
                <a16:creationId xmlns:a16="http://schemas.microsoft.com/office/drawing/2014/main" id="{C0E5B423-746D-5CB9-F20B-E339FD6A5C9C}"/>
              </a:ext>
            </a:extLst>
          </p:cNvPr>
          <p:cNvSpPr>
            <a:spLocks noGrp="1"/>
          </p:cNvSpPr>
          <p:nvPr>
            <p:ph idx="1" hasCustomPrompt="1"/>
          </p:nvPr>
        </p:nvSpPr>
        <p:spPr>
          <a:xfrm>
            <a:off x="676372" y="801032"/>
            <a:ext cx="2549018" cy="2648366"/>
          </a:xfrm>
        </p:spPr>
        <p:txBody>
          <a:bodyPr anchor="b" anchorCtr="0">
            <a:normAutofit/>
          </a:bodyPr>
          <a:lstStyle/>
          <a:p>
            <a:pPr marL="0" lvl="0" indent="0" algn="ctr">
              <a:buNone/>
            </a:pPr>
            <a:r>
              <a:rPr lang="en-GB" sz="1400"/>
              <a:t>Click here to edit text</a:t>
            </a:r>
          </a:p>
          <a:p>
            <a:pPr marL="0" lvl="0" indent="0" algn="ctr">
              <a:buNone/>
            </a:pPr>
            <a:endParaRPr lang="en-GB" sz="1400"/>
          </a:p>
          <a:p>
            <a:pPr marL="0" lvl="0" indent="0" algn="ctr">
              <a:buNone/>
            </a:pPr>
            <a:r>
              <a:rPr lang="en-GB" sz="1400" b="1"/>
              <a:t>YEAR</a:t>
            </a:r>
          </a:p>
        </p:txBody>
      </p:sp>
      <p:sp>
        <p:nvSpPr>
          <p:cNvPr id="33" name="Content Placeholder 2">
            <a:extLst>
              <a:ext uri="{FF2B5EF4-FFF2-40B4-BE49-F238E27FC236}">
                <a16:creationId xmlns:a16="http://schemas.microsoft.com/office/drawing/2014/main" id="{0AE85D50-B3F5-1E45-3526-F4FE03F0FE6A}"/>
              </a:ext>
            </a:extLst>
          </p:cNvPr>
          <p:cNvSpPr>
            <a:spLocks noGrp="1"/>
          </p:cNvSpPr>
          <p:nvPr>
            <p:ph idx="15" hasCustomPrompt="1"/>
          </p:nvPr>
        </p:nvSpPr>
        <p:spPr>
          <a:xfrm>
            <a:off x="8925121" y="1606962"/>
            <a:ext cx="2549018" cy="2648366"/>
          </a:xfrm>
        </p:spPr>
        <p:txBody>
          <a:bodyPr anchor="b" anchorCtr="0">
            <a:normAutofit/>
          </a:bodyPr>
          <a:lstStyle/>
          <a:p>
            <a:pPr marL="0" lvl="0" indent="0" algn="ctr">
              <a:buNone/>
            </a:pPr>
            <a:r>
              <a:rPr lang="en-GB" sz="1400"/>
              <a:t>Click here to edit text</a:t>
            </a:r>
          </a:p>
          <a:p>
            <a:pPr marL="0" lvl="0" indent="0" algn="ctr">
              <a:buNone/>
            </a:pPr>
            <a:endParaRPr lang="en-GB" sz="1400"/>
          </a:p>
          <a:p>
            <a:pPr marL="0" lvl="0" indent="0" algn="ctr">
              <a:buNone/>
            </a:pPr>
            <a:r>
              <a:rPr lang="en-GB" sz="1400" b="1"/>
              <a:t>YEAR</a:t>
            </a:r>
          </a:p>
        </p:txBody>
      </p:sp>
      <p:sp>
        <p:nvSpPr>
          <p:cNvPr id="35" name="Content Placeholder 2">
            <a:extLst>
              <a:ext uri="{FF2B5EF4-FFF2-40B4-BE49-F238E27FC236}">
                <a16:creationId xmlns:a16="http://schemas.microsoft.com/office/drawing/2014/main" id="{912687DF-1975-A20E-C417-94303CD76753}"/>
              </a:ext>
            </a:extLst>
          </p:cNvPr>
          <p:cNvSpPr>
            <a:spLocks noGrp="1"/>
          </p:cNvSpPr>
          <p:nvPr>
            <p:ph idx="16" hasCustomPrompt="1"/>
          </p:nvPr>
        </p:nvSpPr>
        <p:spPr>
          <a:xfrm>
            <a:off x="6167847" y="1440136"/>
            <a:ext cx="2549018" cy="2648366"/>
          </a:xfrm>
        </p:spPr>
        <p:txBody>
          <a:bodyPr anchor="b" anchorCtr="0">
            <a:normAutofit/>
          </a:bodyPr>
          <a:lstStyle/>
          <a:p>
            <a:pPr marL="0" lvl="0" indent="0" algn="ctr">
              <a:buNone/>
            </a:pPr>
            <a:r>
              <a:rPr lang="en-GB" sz="1400"/>
              <a:t>Click here to edit text</a:t>
            </a:r>
          </a:p>
          <a:p>
            <a:pPr marL="0" lvl="0" indent="0" algn="ctr">
              <a:buNone/>
            </a:pPr>
            <a:endParaRPr lang="en-GB" sz="1400"/>
          </a:p>
          <a:p>
            <a:pPr marL="0" lvl="0" indent="0" algn="ctr">
              <a:buNone/>
            </a:pPr>
            <a:r>
              <a:rPr lang="en-GB" sz="1400" b="1"/>
              <a:t>YEAR</a:t>
            </a:r>
          </a:p>
        </p:txBody>
      </p:sp>
      <p:sp>
        <p:nvSpPr>
          <p:cNvPr id="37" name="Content Placeholder 2">
            <a:extLst>
              <a:ext uri="{FF2B5EF4-FFF2-40B4-BE49-F238E27FC236}">
                <a16:creationId xmlns:a16="http://schemas.microsoft.com/office/drawing/2014/main" id="{97A2EEA6-BD83-8A92-32F5-5A8E161435A6}"/>
              </a:ext>
            </a:extLst>
          </p:cNvPr>
          <p:cNvSpPr>
            <a:spLocks noGrp="1"/>
          </p:cNvSpPr>
          <p:nvPr>
            <p:ph idx="17" hasCustomPrompt="1"/>
          </p:nvPr>
        </p:nvSpPr>
        <p:spPr>
          <a:xfrm>
            <a:off x="3438777" y="1025093"/>
            <a:ext cx="2549018" cy="2648366"/>
          </a:xfrm>
        </p:spPr>
        <p:txBody>
          <a:bodyPr anchor="b" anchorCtr="0">
            <a:normAutofit/>
          </a:bodyPr>
          <a:lstStyle/>
          <a:p>
            <a:pPr marL="0" lvl="0" indent="0" algn="ctr">
              <a:buNone/>
            </a:pPr>
            <a:r>
              <a:rPr lang="en-GB" sz="1400"/>
              <a:t>Click here to edit text</a:t>
            </a:r>
          </a:p>
          <a:p>
            <a:pPr marL="0" lvl="0" indent="0" algn="ctr">
              <a:buNone/>
            </a:pPr>
            <a:endParaRPr lang="en-GB" sz="1400"/>
          </a:p>
          <a:p>
            <a:pPr marL="0" lvl="0" indent="0" algn="ctr">
              <a:buNone/>
            </a:pPr>
            <a:r>
              <a:rPr lang="en-GB" sz="1400" b="1"/>
              <a:t>YEAR</a:t>
            </a:r>
          </a:p>
        </p:txBody>
      </p:sp>
    </p:spTree>
    <p:extLst>
      <p:ext uri="{BB962C8B-B14F-4D97-AF65-F5344CB8AC3E}">
        <p14:creationId xmlns:p14="http://schemas.microsoft.com/office/powerpoint/2010/main" val="20002709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3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213E55-9ED2-ED46-9F7A-82B83C7C9F8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0DB894-D9E4-3A4C-890A-25F622AE6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E97B32-4295-7948-8BB4-A45086EFF921}"/>
              </a:ext>
            </a:extLst>
          </p:cNvPr>
          <p:cNvSpPr>
            <a:spLocks noGrp="1"/>
          </p:cNvSpPr>
          <p:nvPr>
            <p:ph type="sldNum" sz="quarter" idx="12"/>
          </p:nvPr>
        </p:nvSpPr>
        <p:spPr/>
        <p:txBody>
          <a:bodyPr/>
          <a:lstStyle/>
          <a:p>
            <a:fld id="{745D6A40-BEDB-5241-BDE3-ACE7E2765E80}" type="slidenum">
              <a:rPr lang="en-US" smtClean="0"/>
              <a:t>‹#›</a:t>
            </a:fld>
            <a:endParaRPr lang="en-US"/>
          </a:p>
        </p:txBody>
      </p:sp>
      <p:sp>
        <p:nvSpPr>
          <p:cNvPr id="7" name="Title 1">
            <a:extLst>
              <a:ext uri="{FF2B5EF4-FFF2-40B4-BE49-F238E27FC236}">
                <a16:creationId xmlns:a16="http://schemas.microsoft.com/office/drawing/2014/main" id="{5A9B82BE-A612-6107-D56E-10BE953F9494}"/>
              </a:ext>
            </a:extLst>
          </p:cNvPr>
          <p:cNvSpPr>
            <a:spLocks noGrp="1"/>
          </p:cNvSpPr>
          <p:nvPr>
            <p:ph type="title"/>
          </p:nvPr>
        </p:nvSpPr>
        <p:spPr>
          <a:xfrm>
            <a:off x="2413000" y="365125"/>
            <a:ext cx="8940800" cy="1325563"/>
          </a:xfrm>
        </p:spPr>
        <p:txBody>
          <a:bodyPr/>
          <a:lstStyle>
            <a:lvl1pPr>
              <a:defRPr b="1" i="0">
                <a:latin typeface="Gotham" panose="02000504050000020004" pitchFamily="2" charset="0"/>
              </a:defRPr>
            </a:lvl1pPr>
          </a:lstStyle>
          <a:p>
            <a:r>
              <a:rPr lang="en-US"/>
              <a:t>Click to edit Master title style</a:t>
            </a:r>
          </a:p>
        </p:txBody>
      </p:sp>
      <p:sp>
        <p:nvSpPr>
          <p:cNvPr id="8" name="Content Placeholder 2">
            <a:extLst>
              <a:ext uri="{FF2B5EF4-FFF2-40B4-BE49-F238E27FC236}">
                <a16:creationId xmlns:a16="http://schemas.microsoft.com/office/drawing/2014/main" id="{BBEB5335-8DCC-CD1A-A9D2-5685FD7A1929}"/>
              </a:ext>
            </a:extLst>
          </p:cNvPr>
          <p:cNvSpPr>
            <a:spLocks noGrp="1"/>
          </p:cNvSpPr>
          <p:nvPr>
            <p:ph idx="1"/>
          </p:nvPr>
        </p:nvSpPr>
        <p:spPr>
          <a:xfrm>
            <a:off x="838200" y="1825625"/>
            <a:ext cx="10515600" cy="4351338"/>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Logo&#10;&#10;Description automatically generated">
            <a:extLst>
              <a:ext uri="{FF2B5EF4-FFF2-40B4-BE49-F238E27FC236}">
                <a16:creationId xmlns:a16="http://schemas.microsoft.com/office/drawing/2014/main" id="{5AB6CC7B-EF24-B6E7-7600-2D6D8AAD2B4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50127" y="365125"/>
            <a:ext cx="2005469" cy="827319"/>
          </a:xfrm>
          <a:prstGeom prst="rect">
            <a:avLst/>
          </a:prstGeom>
        </p:spPr>
      </p:pic>
    </p:spTree>
    <p:extLst>
      <p:ext uri="{BB962C8B-B14F-4D97-AF65-F5344CB8AC3E}">
        <p14:creationId xmlns:p14="http://schemas.microsoft.com/office/powerpoint/2010/main" val="13798671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213E55-9ED2-ED46-9F7A-82B83C7C9F8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0DB894-D9E4-3A4C-890A-25F622AE6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E97B32-4295-7948-8BB4-A45086EFF921}"/>
              </a:ext>
            </a:extLst>
          </p:cNvPr>
          <p:cNvSpPr>
            <a:spLocks noGrp="1"/>
          </p:cNvSpPr>
          <p:nvPr>
            <p:ph type="sldNum" sz="quarter" idx="12"/>
          </p:nvPr>
        </p:nvSpPr>
        <p:spPr/>
        <p:txBody>
          <a:bodyPr/>
          <a:lstStyle/>
          <a:p>
            <a:fld id="{745D6A40-BEDB-5241-BDE3-ACE7E2765E80}" type="slidenum">
              <a:rPr lang="en-US" smtClean="0"/>
              <a:t>‹#›</a:t>
            </a:fld>
            <a:endParaRPr lang="en-US"/>
          </a:p>
        </p:txBody>
      </p:sp>
      <p:sp>
        <p:nvSpPr>
          <p:cNvPr id="7" name="Title 1">
            <a:extLst>
              <a:ext uri="{FF2B5EF4-FFF2-40B4-BE49-F238E27FC236}">
                <a16:creationId xmlns:a16="http://schemas.microsoft.com/office/drawing/2014/main" id="{5A9B82BE-A612-6107-D56E-10BE953F9494}"/>
              </a:ext>
            </a:extLst>
          </p:cNvPr>
          <p:cNvSpPr>
            <a:spLocks noGrp="1"/>
          </p:cNvSpPr>
          <p:nvPr>
            <p:ph type="title"/>
          </p:nvPr>
        </p:nvSpPr>
        <p:spPr>
          <a:xfrm>
            <a:off x="2413000" y="365125"/>
            <a:ext cx="8940800" cy="1325563"/>
          </a:xfrm>
        </p:spPr>
        <p:txBody>
          <a:bodyPr/>
          <a:lstStyle>
            <a:lvl1pPr>
              <a:defRPr b="1" i="0">
                <a:latin typeface="Gotham" panose="02000504050000020004" pitchFamily="2" charset="0"/>
              </a:defRPr>
            </a:lvl1pPr>
          </a:lstStyle>
          <a:p>
            <a:r>
              <a:rPr lang="en-US"/>
              <a:t>Click to edit Master title style</a:t>
            </a:r>
          </a:p>
        </p:txBody>
      </p:sp>
      <p:sp>
        <p:nvSpPr>
          <p:cNvPr id="8" name="Content Placeholder 2">
            <a:extLst>
              <a:ext uri="{FF2B5EF4-FFF2-40B4-BE49-F238E27FC236}">
                <a16:creationId xmlns:a16="http://schemas.microsoft.com/office/drawing/2014/main" id="{BBEB5335-8DCC-CD1A-A9D2-5685FD7A1929}"/>
              </a:ext>
            </a:extLst>
          </p:cNvPr>
          <p:cNvSpPr>
            <a:spLocks noGrp="1"/>
          </p:cNvSpPr>
          <p:nvPr>
            <p:ph idx="1"/>
          </p:nvPr>
        </p:nvSpPr>
        <p:spPr>
          <a:xfrm>
            <a:off x="838200" y="1825625"/>
            <a:ext cx="10515600" cy="4351338"/>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Logo&#10;&#10;Description automatically generated">
            <a:extLst>
              <a:ext uri="{FF2B5EF4-FFF2-40B4-BE49-F238E27FC236}">
                <a16:creationId xmlns:a16="http://schemas.microsoft.com/office/drawing/2014/main" id="{90237B51-5EC6-2CDD-5EAD-14098223DA6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50127" y="365125"/>
            <a:ext cx="2005469" cy="827319"/>
          </a:xfrm>
          <a:prstGeom prst="rect">
            <a:avLst/>
          </a:prstGeom>
        </p:spPr>
      </p:pic>
    </p:spTree>
    <p:extLst>
      <p:ext uri="{BB962C8B-B14F-4D97-AF65-F5344CB8AC3E}">
        <p14:creationId xmlns:p14="http://schemas.microsoft.com/office/powerpoint/2010/main" val="1180321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213E55-9ED2-ED46-9F7A-82B83C7C9F8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0DB894-D9E4-3A4C-890A-25F622AE6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E97B32-4295-7948-8BB4-A45086EFF921}"/>
              </a:ext>
            </a:extLst>
          </p:cNvPr>
          <p:cNvSpPr>
            <a:spLocks noGrp="1"/>
          </p:cNvSpPr>
          <p:nvPr>
            <p:ph type="sldNum" sz="quarter" idx="12"/>
          </p:nvPr>
        </p:nvSpPr>
        <p:spPr/>
        <p:txBody>
          <a:bodyPr/>
          <a:lstStyle/>
          <a:p>
            <a:fld id="{745D6A40-BEDB-5241-BDE3-ACE7E2765E80}" type="slidenum">
              <a:rPr lang="en-US" smtClean="0"/>
              <a:t>‹#›</a:t>
            </a:fld>
            <a:endParaRPr lang="en-US"/>
          </a:p>
        </p:txBody>
      </p:sp>
      <p:sp>
        <p:nvSpPr>
          <p:cNvPr id="7" name="Title 1">
            <a:extLst>
              <a:ext uri="{FF2B5EF4-FFF2-40B4-BE49-F238E27FC236}">
                <a16:creationId xmlns:a16="http://schemas.microsoft.com/office/drawing/2014/main" id="{5A9B82BE-A612-6107-D56E-10BE953F9494}"/>
              </a:ext>
            </a:extLst>
          </p:cNvPr>
          <p:cNvSpPr>
            <a:spLocks noGrp="1"/>
          </p:cNvSpPr>
          <p:nvPr>
            <p:ph type="title"/>
          </p:nvPr>
        </p:nvSpPr>
        <p:spPr>
          <a:xfrm>
            <a:off x="2413000" y="365125"/>
            <a:ext cx="8940800" cy="1325563"/>
          </a:xfrm>
        </p:spPr>
        <p:txBody>
          <a:bodyPr/>
          <a:lstStyle>
            <a:lvl1pPr>
              <a:defRPr b="1" i="0">
                <a:latin typeface="Gotham" panose="02000504050000020004" pitchFamily="2" charset="0"/>
              </a:defRPr>
            </a:lvl1pPr>
          </a:lstStyle>
          <a:p>
            <a:r>
              <a:rPr lang="en-US"/>
              <a:t>Click to edit Master title style</a:t>
            </a:r>
          </a:p>
        </p:txBody>
      </p:sp>
      <p:sp>
        <p:nvSpPr>
          <p:cNvPr id="8" name="Content Placeholder 2">
            <a:extLst>
              <a:ext uri="{FF2B5EF4-FFF2-40B4-BE49-F238E27FC236}">
                <a16:creationId xmlns:a16="http://schemas.microsoft.com/office/drawing/2014/main" id="{BBEB5335-8DCC-CD1A-A9D2-5685FD7A1929}"/>
              </a:ext>
            </a:extLst>
          </p:cNvPr>
          <p:cNvSpPr>
            <a:spLocks noGrp="1"/>
          </p:cNvSpPr>
          <p:nvPr>
            <p:ph idx="1"/>
          </p:nvPr>
        </p:nvSpPr>
        <p:spPr>
          <a:xfrm>
            <a:off x="838200" y="1825625"/>
            <a:ext cx="10515600" cy="4351338"/>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Logo&#10;&#10;Description automatically generated">
            <a:extLst>
              <a:ext uri="{FF2B5EF4-FFF2-40B4-BE49-F238E27FC236}">
                <a16:creationId xmlns:a16="http://schemas.microsoft.com/office/drawing/2014/main" id="{E0F2EB96-CFF4-2B97-7E24-CDF3288AFC0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50127" y="365125"/>
            <a:ext cx="2005469" cy="827319"/>
          </a:xfrm>
          <a:prstGeom prst="rect">
            <a:avLst/>
          </a:prstGeom>
        </p:spPr>
      </p:pic>
    </p:spTree>
    <p:extLst>
      <p:ext uri="{BB962C8B-B14F-4D97-AF65-F5344CB8AC3E}">
        <p14:creationId xmlns:p14="http://schemas.microsoft.com/office/powerpoint/2010/main" val="38929839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6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8213E55-9ED2-ED46-9F7A-82B83C7C9F8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20DB894-D9E4-3A4C-890A-25F622AE6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E97B32-4295-7948-8BB4-A45086EFF921}"/>
              </a:ext>
            </a:extLst>
          </p:cNvPr>
          <p:cNvSpPr>
            <a:spLocks noGrp="1"/>
          </p:cNvSpPr>
          <p:nvPr>
            <p:ph type="sldNum" sz="quarter" idx="12"/>
          </p:nvPr>
        </p:nvSpPr>
        <p:spPr/>
        <p:txBody>
          <a:bodyPr/>
          <a:lstStyle/>
          <a:p>
            <a:fld id="{745D6A40-BEDB-5241-BDE3-ACE7E2765E80}" type="slidenum">
              <a:rPr lang="en-US" smtClean="0"/>
              <a:t>‹#›</a:t>
            </a:fld>
            <a:endParaRPr lang="en-US"/>
          </a:p>
        </p:txBody>
      </p:sp>
      <p:sp>
        <p:nvSpPr>
          <p:cNvPr id="7" name="Title 1">
            <a:extLst>
              <a:ext uri="{FF2B5EF4-FFF2-40B4-BE49-F238E27FC236}">
                <a16:creationId xmlns:a16="http://schemas.microsoft.com/office/drawing/2014/main" id="{5A9B82BE-A612-6107-D56E-10BE953F9494}"/>
              </a:ext>
            </a:extLst>
          </p:cNvPr>
          <p:cNvSpPr>
            <a:spLocks noGrp="1"/>
          </p:cNvSpPr>
          <p:nvPr>
            <p:ph type="title"/>
          </p:nvPr>
        </p:nvSpPr>
        <p:spPr>
          <a:xfrm>
            <a:off x="2413000" y="365125"/>
            <a:ext cx="8940800" cy="1325563"/>
          </a:xfrm>
        </p:spPr>
        <p:txBody>
          <a:bodyPr/>
          <a:lstStyle>
            <a:lvl1pPr>
              <a:defRPr b="1" i="0">
                <a:latin typeface="Gotham" panose="02000504050000020004" pitchFamily="2" charset="0"/>
              </a:defRPr>
            </a:lvl1pPr>
          </a:lstStyle>
          <a:p>
            <a:r>
              <a:rPr lang="en-US"/>
              <a:t>Click to edit Master title style</a:t>
            </a:r>
          </a:p>
        </p:txBody>
      </p:sp>
      <p:sp>
        <p:nvSpPr>
          <p:cNvPr id="8" name="Content Placeholder 2">
            <a:extLst>
              <a:ext uri="{FF2B5EF4-FFF2-40B4-BE49-F238E27FC236}">
                <a16:creationId xmlns:a16="http://schemas.microsoft.com/office/drawing/2014/main" id="{BBEB5335-8DCC-CD1A-A9D2-5685FD7A1929}"/>
              </a:ext>
            </a:extLst>
          </p:cNvPr>
          <p:cNvSpPr>
            <a:spLocks noGrp="1"/>
          </p:cNvSpPr>
          <p:nvPr>
            <p:ph idx="1"/>
          </p:nvPr>
        </p:nvSpPr>
        <p:spPr>
          <a:xfrm>
            <a:off x="838200" y="1825625"/>
            <a:ext cx="10515600" cy="4351338"/>
          </a:xfrm>
        </p:spPr>
        <p:txBody>
          <a:bodyPr/>
          <a:lstStyle>
            <a:lvl1pPr>
              <a:defRPr>
                <a:latin typeface="GOTHAM-BOOK" panose="02000504050000020004" pitchFamily="2" charset="0"/>
              </a:defRPr>
            </a:lvl1pPr>
            <a:lvl2pPr>
              <a:defRPr>
                <a:latin typeface="GOTHAM-BOOK" panose="02000504050000020004" pitchFamily="2" charset="0"/>
              </a:defRPr>
            </a:lvl2pPr>
            <a:lvl3pPr>
              <a:defRPr>
                <a:latin typeface="GOTHAM-BOOK" panose="02000504050000020004" pitchFamily="2" charset="0"/>
              </a:defRPr>
            </a:lvl3pPr>
            <a:lvl4pPr>
              <a:defRPr>
                <a:latin typeface="GOTHAM-BOOK" panose="02000504050000020004" pitchFamily="2" charset="0"/>
              </a:defRPr>
            </a:lvl4pPr>
            <a:lvl5pPr>
              <a:defRPr>
                <a:latin typeface="GOTHAM-BOOK" panose="02000504050000020004"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Logo&#10;&#10;Description automatically generated">
            <a:extLst>
              <a:ext uri="{FF2B5EF4-FFF2-40B4-BE49-F238E27FC236}">
                <a16:creationId xmlns:a16="http://schemas.microsoft.com/office/drawing/2014/main" id="{60127AF3-9F03-C7BD-747B-372F9E1A007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50127" y="365125"/>
            <a:ext cx="2005469" cy="827319"/>
          </a:xfrm>
          <a:prstGeom prst="rect">
            <a:avLst/>
          </a:prstGeom>
        </p:spPr>
      </p:pic>
    </p:spTree>
    <p:extLst>
      <p:ext uri="{BB962C8B-B14F-4D97-AF65-F5344CB8AC3E}">
        <p14:creationId xmlns:p14="http://schemas.microsoft.com/office/powerpoint/2010/main" val="22928436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B7121-CA1D-0D40-872A-69E0F637B8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EDDA4E-FDFE-C24B-A3CA-CF1D1B9394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A5837F-07FF-2D46-9CD9-5C29CC5DDA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9F99F31-5A45-1546-8BD8-882C5F368B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CDCF7714-3E1E-B941-BBF7-F91AFB5BB0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C2434C-9FD6-0046-8723-851D28332A84}"/>
              </a:ext>
            </a:extLst>
          </p:cNvPr>
          <p:cNvSpPr>
            <a:spLocks noGrp="1"/>
          </p:cNvSpPr>
          <p:nvPr>
            <p:ph type="sldNum" sz="quarter" idx="12"/>
          </p:nvPr>
        </p:nvSpPr>
        <p:spPr/>
        <p:txBody>
          <a:bodyPr/>
          <a:lstStyle/>
          <a:p>
            <a:fld id="{745D6A40-BEDB-5241-BDE3-ACE7E2765E80}" type="slidenum">
              <a:rPr lang="en-US" smtClean="0"/>
              <a:t>‹#›</a:t>
            </a:fld>
            <a:endParaRPr lang="en-US"/>
          </a:p>
        </p:txBody>
      </p:sp>
    </p:spTree>
    <p:extLst>
      <p:ext uri="{BB962C8B-B14F-4D97-AF65-F5344CB8AC3E}">
        <p14:creationId xmlns:p14="http://schemas.microsoft.com/office/powerpoint/2010/main" val="42051926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5307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744A80-4C91-3644-9EAA-030A5D91F661}"/>
              </a:ext>
            </a:extLst>
          </p:cNvPr>
          <p:cNvSpPr>
            <a:spLocks noGrp="1"/>
          </p:cNvSpPr>
          <p:nvPr>
            <p:ph type="title"/>
          </p:nvPr>
        </p:nvSpPr>
        <p:spPr>
          <a:xfrm>
            <a:off x="2413000" y="365125"/>
            <a:ext cx="89408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393680-84C3-8740-9F07-CAF9C4E4B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814960-14FD-9B4F-9C7A-24CFF69C84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GOTHAM-BOOK" panose="02000504050000020004" pitchFamily="2" charset="0"/>
              </a:defRPr>
            </a:lvl1pPr>
          </a:lstStyle>
          <a:p>
            <a:endParaRPr lang="en-US"/>
          </a:p>
        </p:txBody>
      </p:sp>
      <p:sp>
        <p:nvSpPr>
          <p:cNvPr id="5" name="Footer Placeholder 4">
            <a:extLst>
              <a:ext uri="{FF2B5EF4-FFF2-40B4-BE49-F238E27FC236}">
                <a16:creationId xmlns:a16="http://schemas.microsoft.com/office/drawing/2014/main" id="{5979C528-72B1-E64A-B80A-1820AFA7A7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GOTHAM-BOOK" panose="02000504050000020004" pitchFamily="2" charset="0"/>
              </a:defRPr>
            </a:lvl1pPr>
          </a:lstStyle>
          <a:p>
            <a:endParaRPr lang="en-US"/>
          </a:p>
        </p:txBody>
      </p:sp>
      <p:sp>
        <p:nvSpPr>
          <p:cNvPr id="6" name="Slide Number Placeholder 5">
            <a:extLst>
              <a:ext uri="{FF2B5EF4-FFF2-40B4-BE49-F238E27FC236}">
                <a16:creationId xmlns:a16="http://schemas.microsoft.com/office/drawing/2014/main" id="{14423F30-A03C-BF44-AF69-A94B43206C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GOTHAM-BOOK" panose="02000504050000020004" pitchFamily="2" charset="0"/>
              </a:defRPr>
            </a:lvl1pPr>
          </a:lstStyle>
          <a:p>
            <a:fld id="{745D6A40-BEDB-5241-BDE3-ACE7E2765E80}" type="slidenum">
              <a:rPr lang="en-US" smtClean="0"/>
              <a:pPr/>
              <a:t>‹#›</a:t>
            </a:fld>
            <a:endParaRPr lang="en-US"/>
          </a:p>
        </p:txBody>
      </p:sp>
      <p:cxnSp>
        <p:nvCxnSpPr>
          <p:cNvPr id="14" name="Straight Connector 13">
            <a:extLst>
              <a:ext uri="{FF2B5EF4-FFF2-40B4-BE49-F238E27FC236}">
                <a16:creationId xmlns:a16="http://schemas.microsoft.com/office/drawing/2014/main" id="{113B709E-8D0F-C42F-218C-E8826D8CAA7E}"/>
              </a:ext>
            </a:extLst>
          </p:cNvPr>
          <p:cNvCxnSpPr>
            <a:cxnSpLocks/>
          </p:cNvCxnSpPr>
          <p:nvPr userDrawn="1"/>
        </p:nvCxnSpPr>
        <p:spPr>
          <a:xfrm>
            <a:off x="0" y="6843726"/>
            <a:ext cx="12192000" cy="0"/>
          </a:xfrm>
          <a:prstGeom prst="line">
            <a:avLst/>
          </a:prstGeom>
          <a:ln w="127000">
            <a:solidFill>
              <a:srgbClr val="FF6B00"/>
            </a:solidFill>
          </a:ln>
        </p:spPr>
        <p:style>
          <a:lnRef idx="1">
            <a:schemeClr val="accent2"/>
          </a:lnRef>
          <a:fillRef idx="0">
            <a:schemeClr val="accent2"/>
          </a:fillRef>
          <a:effectRef idx="0">
            <a:schemeClr val="accent2"/>
          </a:effectRef>
          <a:fontRef idx="minor">
            <a:schemeClr val="tx1"/>
          </a:fontRef>
        </p:style>
      </p:cxnSp>
      <p:pic>
        <p:nvPicPr>
          <p:cNvPr id="20" name="Picture 19" descr="Logo&#10;&#10;Description automatically generated">
            <a:extLst>
              <a:ext uri="{FF2B5EF4-FFF2-40B4-BE49-F238E27FC236}">
                <a16:creationId xmlns:a16="http://schemas.microsoft.com/office/drawing/2014/main" id="{6458E2F1-2F00-7408-3F4C-A0CDFCD7DDCB}"/>
              </a:ext>
            </a:extLst>
          </p:cNvPr>
          <p:cNvPicPr>
            <a:picLocks noChangeAspect="1"/>
          </p:cNvPicPr>
          <p:nvPr userDrawn="1"/>
        </p:nvPicPr>
        <p:blipFill>
          <a:blip r:embed="rId26" cstate="screen">
            <a:extLst>
              <a:ext uri="{28A0092B-C50C-407E-A947-70E740481C1C}">
                <a14:useLocalDpi xmlns:a14="http://schemas.microsoft.com/office/drawing/2010/main"/>
              </a:ext>
            </a:extLst>
          </a:blip>
          <a:stretch>
            <a:fillRect/>
          </a:stretch>
        </p:blipFill>
        <p:spPr>
          <a:xfrm>
            <a:off x="650127" y="365125"/>
            <a:ext cx="2005469" cy="827319"/>
          </a:xfrm>
          <a:prstGeom prst="rect">
            <a:avLst/>
          </a:prstGeom>
        </p:spPr>
      </p:pic>
    </p:spTree>
    <p:extLst>
      <p:ext uri="{BB962C8B-B14F-4D97-AF65-F5344CB8AC3E}">
        <p14:creationId xmlns:p14="http://schemas.microsoft.com/office/powerpoint/2010/main" val="327863408"/>
      </p:ext>
    </p:extLst>
  </p:cSld>
  <p:clrMap bg1="lt1" tx1="dk1" bg2="lt2" tx2="dk2" accent1="accent1" accent2="accent2" accent3="accent3" accent4="accent4" accent5="accent5" accent6="accent6" hlink="hlink" folHlink="folHlink"/>
  <p:sldLayoutIdLst>
    <p:sldLayoutId id="2147483678" r:id="rId1"/>
    <p:sldLayoutId id="2147483649" r:id="rId2"/>
    <p:sldLayoutId id="2147483660" r:id="rId3"/>
    <p:sldLayoutId id="2147483674" r:id="rId4"/>
    <p:sldLayoutId id="2147483679" r:id="rId5"/>
    <p:sldLayoutId id="2147483662" r:id="rId6"/>
    <p:sldLayoutId id="2147483675" r:id="rId7"/>
    <p:sldLayoutId id="2147483661" r:id="rId8"/>
    <p:sldLayoutId id="2147483650" r:id="rId9"/>
    <p:sldLayoutId id="2147483669" r:id="rId10"/>
    <p:sldLayoutId id="2147483655" r:id="rId11"/>
    <p:sldLayoutId id="2147483663" r:id="rId12"/>
    <p:sldLayoutId id="2147483676" r:id="rId13"/>
    <p:sldLayoutId id="2147483652" r:id="rId14"/>
    <p:sldLayoutId id="2147483653" r:id="rId15"/>
    <p:sldLayoutId id="2147483671" r:id="rId16"/>
    <p:sldLayoutId id="2147483664" r:id="rId17"/>
    <p:sldLayoutId id="2147483677" r:id="rId18"/>
    <p:sldLayoutId id="2147483665" r:id="rId19"/>
    <p:sldLayoutId id="2147483651" r:id="rId20"/>
    <p:sldLayoutId id="2147483666" r:id="rId21"/>
    <p:sldLayoutId id="2147483668" r:id="rId22"/>
    <p:sldLayoutId id="2147483656" r:id="rId23"/>
    <p:sldLayoutId id="2147483673" r:id="rId24"/>
  </p:sldLayoutIdLst>
  <p:hf hdr="0" dt="0"/>
  <p:txStyles>
    <p:titleStyle>
      <a:lvl1pPr algn="r" defTabSz="914400" rtl="0" eaLnBrk="1" latinLnBrk="0" hangingPunct="1">
        <a:lnSpc>
          <a:spcPct val="90000"/>
        </a:lnSpc>
        <a:spcBef>
          <a:spcPct val="0"/>
        </a:spcBef>
        <a:buNone/>
        <a:defRPr sz="4000" b="1" i="0" kern="1200">
          <a:solidFill>
            <a:srgbClr val="002A3D"/>
          </a:solidFill>
          <a:latin typeface="Gotham" panose="020005040500000200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A3D"/>
          </a:solidFill>
          <a:latin typeface="GOTHAM-BOOK" panose="0200050405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A3D"/>
          </a:solidFill>
          <a:latin typeface="GOTHAM-BOOK" panose="0200050405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A3D"/>
          </a:solidFill>
          <a:latin typeface="GOTHAM-BOOK" panose="0200050405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microsoft.com/office/2018/10/relationships/comments" Target="../comments/modernComment_315_9FFCEA6F.xml"/><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58986DC-BA91-D996-9DF6-DA090F6B4F85}"/>
              </a:ext>
            </a:extLst>
          </p:cNvPr>
          <p:cNvPicPr>
            <a:picLocks noChangeAspect="1"/>
          </p:cNvPicPr>
          <p:nvPr/>
        </p:nvPicPr>
        <p:blipFill rotWithShape="1">
          <a:blip r:embed="rId3" cstate="screen">
            <a:alphaModFix amt="20000"/>
            <a:extLst>
              <a:ext uri="{28A0092B-C50C-407E-A947-70E740481C1C}">
                <a14:useLocalDpi xmlns:a14="http://schemas.microsoft.com/office/drawing/2010/main"/>
              </a:ext>
            </a:extLst>
          </a:blip>
          <a:srcRect l="1592" b="10532"/>
          <a:stretch/>
        </p:blipFill>
        <p:spPr>
          <a:xfrm>
            <a:off x="-1" y="140677"/>
            <a:ext cx="13135267" cy="6717323"/>
          </a:xfrm>
          <a:prstGeom prst="rect">
            <a:avLst/>
          </a:prstGeom>
        </p:spPr>
      </p:pic>
      <p:pic>
        <p:nvPicPr>
          <p:cNvPr id="6" name="Picture 5" descr="Logo&#10;&#10;Description automatically generated">
            <a:extLst>
              <a:ext uri="{FF2B5EF4-FFF2-40B4-BE49-F238E27FC236}">
                <a16:creationId xmlns:a16="http://schemas.microsoft.com/office/drawing/2014/main" id="{49167426-2318-3759-621F-9341D4DE84C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683259" y="894025"/>
            <a:ext cx="8825481" cy="1441622"/>
          </a:xfrm>
          <a:prstGeom prst="rect">
            <a:avLst/>
          </a:prstGeom>
        </p:spPr>
      </p:pic>
      <p:sp>
        <p:nvSpPr>
          <p:cNvPr id="7" name="Subtitle 45">
            <a:extLst>
              <a:ext uri="{FF2B5EF4-FFF2-40B4-BE49-F238E27FC236}">
                <a16:creationId xmlns:a16="http://schemas.microsoft.com/office/drawing/2014/main" id="{C8FB7E26-B5CC-EF95-EABD-24882C99C302}"/>
              </a:ext>
            </a:extLst>
          </p:cNvPr>
          <p:cNvSpPr>
            <a:spLocks noGrp="1"/>
          </p:cNvSpPr>
          <p:nvPr>
            <p:ph type="subTitle" idx="1"/>
          </p:nvPr>
        </p:nvSpPr>
        <p:spPr>
          <a:xfrm>
            <a:off x="2371793" y="2335647"/>
            <a:ext cx="7448411" cy="502025"/>
          </a:xfrm>
        </p:spPr>
        <p:txBody>
          <a:bodyPr>
            <a:noAutofit/>
          </a:bodyPr>
          <a:lstStyle/>
          <a:p>
            <a:pPr algn="ctr">
              <a:lnSpc>
                <a:spcPct val="100000"/>
              </a:lnSpc>
              <a:spcBef>
                <a:spcPts val="0"/>
              </a:spcBef>
            </a:pPr>
            <a:r>
              <a:rPr lang="en-US" sz="2000"/>
              <a:t>FULFILLING HUMAN POTENTIAL WITHOUT BORDERS</a:t>
            </a:r>
          </a:p>
        </p:txBody>
      </p:sp>
      <p:sp>
        <p:nvSpPr>
          <p:cNvPr id="18" name="Subtitle 45">
            <a:extLst>
              <a:ext uri="{FF2B5EF4-FFF2-40B4-BE49-F238E27FC236}">
                <a16:creationId xmlns:a16="http://schemas.microsoft.com/office/drawing/2014/main" id="{AE01DED6-2C54-D5E2-D67D-706C72A7A9DB}"/>
              </a:ext>
            </a:extLst>
          </p:cNvPr>
          <p:cNvSpPr txBox="1">
            <a:spLocks/>
          </p:cNvSpPr>
          <p:nvPr/>
        </p:nvSpPr>
        <p:spPr>
          <a:xfrm>
            <a:off x="828078" y="5899464"/>
            <a:ext cx="1543715" cy="502025"/>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OTHAM-MEDIUM" panose="02000504050000020004"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GOTHAM-BOOK" panose="02000504050000020004"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GOTHAM-BOOK" panose="02000504050000020004"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OTHAM-BOOK" panose="02000504050000020004"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OTHAM-BOOK" panose="02000504050000020004"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sz="1600">
                <a:solidFill>
                  <a:srgbClr val="002A3D"/>
                </a:solidFill>
                <a:latin typeface="GOTHAM-BOOK" panose="02000504050000020004" pitchFamily="2" charset="0"/>
              </a:rPr>
              <a:t>INDONESIA</a:t>
            </a:r>
          </a:p>
        </p:txBody>
      </p:sp>
      <p:sp>
        <p:nvSpPr>
          <p:cNvPr id="19" name="Subtitle 45">
            <a:extLst>
              <a:ext uri="{FF2B5EF4-FFF2-40B4-BE49-F238E27FC236}">
                <a16:creationId xmlns:a16="http://schemas.microsoft.com/office/drawing/2014/main" id="{2F2696CA-B342-0905-70E7-21BFBAB7019D}"/>
              </a:ext>
            </a:extLst>
          </p:cNvPr>
          <p:cNvSpPr txBox="1">
            <a:spLocks/>
          </p:cNvSpPr>
          <p:nvPr/>
        </p:nvSpPr>
        <p:spPr>
          <a:xfrm>
            <a:off x="2627452" y="5899464"/>
            <a:ext cx="1543715" cy="502025"/>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OTHAM-MEDIUM" panose="02000504050000020004"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GOTHAM-BOOK" panose="02000504050000020004"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GOTHAM-BOOK" panose="02000504050000020004"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OTHAM-BOOK" panose="02000504050000020004"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OTHAM-BOOK" panose="02000504050000020004"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sz="1600">
                <a:solidFill>
                  <a:srgbClr val="002A3D"/>
                </a:solidFill>
                <a:latin typeface="GOTHAM-BOOK" panose="02000504050000020004" pitchFamily="2" charset="0"/>
              </a:rPr>
              <a:t>MALAYSIA</a:t>
            </a:r>
          </a:p>
        </p:txBody>
      </p:sp>
      <p:sp>
        <p:nvSpPr>
          <p:cNvPr id="20" name="Subtitle 45">
            <a:extLst>
              <a:ext uri="{FF2B5EF4-FFF2-40B4-BE49-F238E27FC236}">
                <a16:creationId xmlns:a16="http://schemas.microsoft.com/office/drawing/2014/main" id="{96DDEE0A-8838-E597-0F13-6788D93BB40E}"/>
              </a:ext>
            </a:extLst>
          </p:cNvPr>
          <p:cNvSpPr txBox="1">
            <a:spLocks/>
          </p:cNvSpPr>
          <p:nvPr/>
        </p:nvSpPr>
        <p:spPr>
          <a:xfrm>
            <a:off x="4426826" y="5899464"/>
            <a:ext cx="1725438" cy="502025"/>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OTHAM-MEDIUM" panose="02000504050000020004"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GOTHAM-BOOK" panose="02000504050000020004"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GOTHAM-BOOK" panose="02000504050000020004"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OTHAM-BOOK" panose="02000504050000020004"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OTHAM-BOOK" panose="02000504050000020004"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sz="1800">
                <a:solidFill>
                  <a:srgbClr val="002A3D"/>
                </a:solidFill>
              </a:rPr>
              <a:t>SINGAPORE</a:t>
            </a:r>
          </a:p>
        </p:txBody>
      </p:sp>
      <p:sp>
        <p:nvSpPr>
          <p:cNvPr id="21" name="Subtitle 45">
            <a:extLst>
              <a:ext uri="{FF2B5EF4-FFF2-40B4-BE49-F238E27FC236}">
                <a16:creationId xmlns:a16="http://schemas.microsoft.com/office/drawing/2014/main" id="{3ADA0458-360C-54A3-D632-09B1EAAED8D0}"/>
              </a:ext>
            </a:extLst>
          </p:cNvPr>
          <p:cNvSpPr txBox="1">
            <a:spLocks/>
          </p:cNvSpPr>
          <p:nvPr/>
        </p:nvSpPr>
        <p:spPr>
          <a:xfrm>
            <a:off x="6407923" y="5899464"/>
            <a:ext cx="1543715" cy="502025"/>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OTHAM-MEDIUM" panose="02000504050000020004"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GOTHAM-BOOK" panose="02000504050000020004"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GOTHAM-BOOK" panose="02000504050000020004"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OTHAM-BOOK" panose="02000504050000020004"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OTHAM-BOOK" panose="02000504050000020004"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sz="1600">
                <a:solidFill>
                  <a:srgbClr val="002A3D"/>
                </a:solidFill>
                <a:latin typeface="GOTHAM-BOOK" panose="02000504050000020004" pitchFamily="2" charset="0"/>
              </a:rPr>
              <a:t>THAILAND</a:t>
            </a:r>
          </a:p>
        </p:txBody>
      </p:sp>
      <p:sp>
        <p:nvSpPr>
          <p:cNvPr id="22" name="Subtitle 45">
            <a:extLst>
              <a:ext uri="{FF2B5EF4-FFF2-40B4-BE49-F238E27FC236}">
                <a16:creationId xmlns:a16="http://schemas.microsoft.com/office/drawing/2014/main" id="{F684FF43-5D5C-23AC-4248-DDD38271A681}"/>
              </a:ext>
            </a:extLst>
          </p:cNvPr>
          <p:cNvSpPr txBox="1">
            <a:spLocks/>
          </p:cNvSpPr>
          <p:nvPr/>
        </p:nvSpPr>
        <p:spPr>
          <a:xfrm>
            <a:off x="8207297" y="5899464"/>
            <a:ext cx="1543715" cy="502025"/>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OTHAM-MEDIUM" panose="02000504050000020004"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GOTHAM-BOOK" panose="02000504050000020004"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GOTHAM-BOOK" panose="02000504050000020004"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OTHAM-BOOK" panose="02000504050000020004"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OTHAM-BOOK" panose="02000504050000020004"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sz="1600">
                <a:solidFill>
                  <a:srgbClr val="002A3D"/>
                </a:solidFill>
                <a:latin typeface="GOTHAM-BOOK" panose="02000504050000020004" pitchFamily="2" charset="0"/>
              </a:rPr>
              <a:t>VIETNAM</a:t>
            </a:r>
          </a:p>
        </p:txBody>
      </p:sp>
      <p:sp>
        <p:nvSpPr>
          <p:cNvPr id="23" name="Subtitle 45">
            <a:extLst>
              <a:ext uri="{FF2B5EF4-FFF2-40B4-BE49-F238E27FC236}">
                <a16:creationId xmlns:a16="http://schemas.microsoft.com/office/drawing/2014/main" id="{03EA2279-9894-5B7C-F4B5-3F58E266FB66}"/>
              </a:ext>
            </a:extLst>
          </p:cNvPr>
          <p:cNvSpPr txBox="1">
            <a:spLocks/>
          </p:cNvSpPr>
          <p:nvPr/>
        </p:nvSpPr>
        <p:spPr>
          <a:xfrm>
            <a:off x="10006673" y="5899464"/>
            <a:ext cx="1543715" cy="502025"/>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a:solidFill>
                  <a:schemeClr val="tx1"/>
                </a:solidFill>
                <a:latin typeface="GOTHAM-MEDIUM" panose="02000504050000020004"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GOTHAM-BOOK" panose="02000504050000020004"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GOTHAM-BOOK" panose="02000504050000020004"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OTHAM-BOOK" panose="02000504050000020004"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GOTHAM-BOOK" panose="02000504050000020004"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pPr>
            <a:r>
              <a:rPr lang="en-US" sz="1600">
                <a:solidFill>
                  <a:srgbClr val="002A3D"/>
                </a:solidFill>
                <a:latin typeface="GOTHAM-BOOK" panose="02000504050000020004" pitchFamily="2" charset="0"/>
              </a:rPr>
              <a:t>INDIA</a:t>
            </a:r>
          </a:p>
        </p:txBody>
      </p:sp>
      <p:sp>
        <p:nvSpPr>
          <p:cNvPr id="3" name="TextBox 2">
            <a:extLst>
              <a:ext uri="{FF2B5EF4-FFF2-40B4-BE49-F238E27FC236}">
                <a16:creationId xmlns:a16="http://schemas.microsoft.com/office/drawing/2014/main" id="{C6BFA0CF-158F-2785-46B4-ADED1A2F9B7E}"/>
              </a:ext>
            </a:extLst>
          </p:cNvPr>
          <p:cNvSpPr txBox="1"/>
          <p:nvPr/>
        </p:nvSpPr>
        <p:spPr>
          <a:xfrm>
            <a:off x="1123064" y="3330993"/>
            <a:ext cx="10058399" cy="892552"/>
          </a:xfrm>
          <a:prstGeom prst="rect">
            <a:avLst/>
          </a:prstGeom>
          <a:noFill/>
        </p:spPr>
        <p:txBody>
          <a:bodyPr wrap="square" rtlCol="0">
            <a:spAutoFit/>
          </a:bodyPr>
          <a:lstStyle/>
          <a:p>
            <a:pPr algn="ctr"/>
            <a:r>
              <a:rPr lang="en-US" sz="2600" b="1" dirty="0"/>
              <a:t>EMPLOYEE SHARE OPTION PROGRAM</a:t>
            </a:r>
            <a:br>
              <a:rPr lang="en-US" sz="2600" b="1" dirty="0"/>
            </a:br>
            <a:r>
              <a:rPr lang="en-US" sz="2600" b="1" dirty="0"/>
              <a:t>GUIDEBOOK</a:t>
            </a:r>
          </a:p>
        </p:txBody>
      </p:sp>
    </p:spTree>
    <p:extLst>
      <p:ext uri="{BB962C8B-B14F-4D97-AF65-F5344CB8AC3E}">
        <p14:creationId xmlns:p14="http://schemas.microsoft.com/office/powerpoint/2010/main" val="2385106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21">
            <a:extLst>
              <a:ext uri="{FF2B5EF4-FFF2-40B4-BE49-F238E27FC236}">
                <a16:creationId xmlns:a16="http://schemas.microsoft.com/office/drawing/2014/main" id="{187D14F0-70CA-DA01-0C15-FFE26BE31ADB}"/>
              </a:ext>
            </a:extLst>
          </p:cNvPr>
          <p:cNvSpPr txBox="1"/>
          <p:nvPr/>
        </p:nvSpPr>
        <p:spPr>
          <a:xfrm>
            <a:off x="2833855" y="1038607"/>
            <a:ext cx="6524289" cy="686726"/>
          </a:xfrm>
          <a:prstGeom prst="rect">
            <a:avLst/>
          </a:prstGeom>
        </p:spPr>
        <p:txBody>
          <a:bodyPr wrap="square" lIns="0" tIns="0" rIns="0" bIns="0" rtlCol="0" anchor="t">
            <a:spAutoFit/>
          </a:bodyPr>
          <a:lstStyle/>
          <a:p>
            <a:pPr marL="0" lvl="0" indent="0" algn="ctr">
              <a:lnSpc>
                <a:spcPts val="5560"/>
              </a:lnSpc>
            </a:pPr>
            <a:r>
              <a:rPr lang="en-US" sz="4000" spc="378" dirty="0">
                <a:solidFill>
                  <a:srgbClr val="FF6B00"/>
                </a:solidFill>
                <a:latin typeface="Tw Cen MT" panose="020B0602020104020603" pitchFamily="34" charset="77"/>
              </a:rPr>
              <a:t>CONTENT</a:t>
            </a:r>
          </a:p>
        </p:txBody>
      </p:sp>
      <p:cxnSp>
        <p:nvCxnSpPr>
          <p:cNvPr id="68" name="Straight Connector 67">
            <a:extLst>
              <a:ext uri="{FF2B5EF4-FFF2-40B4-BE49-F238E27FC236}">
                <a16:creationId xmlns:a16="http://schemas.microsoft.com/office/drawing/2014/main" id="{EEAB18A7-D326-910E-8161-82CC8CEB5255}"/>
              </a:ext>
            </a:extLst>
          </p:cNvPr>
          <p:cNvCxnSpPr>
            <a:cxnSpLocks/>
          </p:cNvCxnSpPr>
          <p:nvPr/>
        </p:nvCxnSpPr>
        <p:spPr>
          <a:xfrm>
            <a:off x="22158" y="497181"/>
            <a:ext cx="12192000" cy="0"/>
          </a:xfrm>
          <a:prstGeom prst="line">
            <a:avLst/>
          </a:prstGeom>
          <a:ln w="25400" cmpd="sng">
            <a:solidFill>
              <a:srgbClr val="FF6B00"/>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DC1C13BF-DF4A-230C-D8F3-39A1205C7C82}"/>
              </a:ext>
            </a:extLst>
          </p:cNvPr>
          <p:cNvSpPr/>
          <p:nvPr/>
        </p:nvSpPr>
        <p:spPr>
          <a:xfrm>
            <a:off x="4414049" y="111364"/>
            <a:ext cx="3408219" cy="771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7CC751D4-FD14-14ED-DA41-02EB85482ED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97068" y="8621"/>
            <a:ext cx="2597861" cy="1071700"/>
          </a:xfrm>
          <a:prstGeom prst="rect">
            <a:avLst/>
          </a:prstGeom>
        </p:spPr>
      </p:pic>
      <p:sp>
        <p:nvSpPr>
          <p:cNvPr id="20" name="TextBox 19">
            <a:extLst>
              <a:ext uri="{FF2B5EF4-FFF2-40B4-BE49-F238E27FC236}">
                <a16:creationId xmlns:a16="http://schemas.microsoft.com/office/drawing/2014/main" id="{C3FBACE9-66A5-2A9D-71EA-F4DF73C68A51}"/>
              </a:ext>
            </a:extLst>
          </p:cNvPr>
          <p:cNvSpPr txBox="1"/>
          <p:nvPr/>
        </p:nvSpPr>
        <p:spPr>
          <a:xfrm>
            <a:off x="3461453" y="2782669"/>
            <a:ext cx="5313409" cy="1830758"/>
          </a:xfrm>
          <a:prstGeom prst="rect">
            <a:avLst/>
          </a:prstGeom>
          <a:noFill/>
        </p:spPr>
        <p:txBody>
          <a:bodyPr wrap="square" rtlCol="0">
            <a:spAutoFit/>
          </a:bodyPr>
          <a:lstStyle/>
          <a:p>
            <a:pPr marL="514350" indent="-514350" algn="just">
              <a:lnSpc>
                <a:spcPct val="150000"/>
              </a:lnSpc>
              <a:buFont typeface="+mj-lt"/>
              <a:buAutoNum type="arabicPeriod"/>
            </a:pPr>
            <a:r>
              <a:rPr lang="en-US" sz="2600" dirty="0"/>
              <a:t>PURPOSE			Pg 3</a:t>
            </a:r>
          </a:p>
          <a:p>
            <a:pPr marL="514350" indent="-514350" algn="just">
              <a:lnSpc>
                <a:spcPct val="150000"/>
              </a:lnSpc>
              <a:buFont typeface="+mj-lt"/>
              <a:buAutoNum type="arabicPeriod"/>
            </a:pPr>
            <a:r>
              <a:rPr lang="en-US" sz="2600" dirty="0"/>
              <a:t>GUIDELINES		Pg 4 – Pg 7</a:t>
            </a:r>
          </a:p>
          <a:p>
            <a:pPr marL="514350" indent="-514350" algn="just">
              <a:lnSpc>
                <a:spcPct val="150000"/>
              </a:lnSpc>
              <a:buFont typeface="+mj-lt"/>
              <a:buAutoNum type="arabicPeriod"/>
            </a:pPr>
            <a:r>
              <a:rPr lang="en-US" sz="2600" dirty="0"/>
              <a:t>CRITERIA			Pg 8</a:t>
            </a:r>
          </a:p>
        </p:txBody>
      </p:sp>
    </p:spTree>
    <p:extLst>
      <p:ext uri="{BB962C8B-B14F-4D97-AF65-F5344CB8AC3E}">
        <p14:creationId xmlns:p14="http://schemas.microsoft.com/office/powerpoint/2010/main" val="971805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21">
            <a:extLst>
              <a:ext uri="{FF2B5EF4-FFF2-40B4-BE49-F238E27FC236}">
                <a16:creationId xmlns:a16="http://schemas.microsoft.com/office/drawing/2014/main" id="{187D14F0-70CA-DA01-0C15-FFE26BE31ADB}"/>
              </a:ext>
            </a:extLst>
          </p:cNvPr>
          <p:cNvSpPr txBox="1"/>
          <p:nvPr/>
        </p:nvSpPr>
        <p:spPr>
          <a:xfrm>
            <a:off x="2833855" y="1038607"/>
            <a:ext cx="6524289" cy="686726"/>
          </a:xfrm>
          <a:prstGeom prst="rect">
            <a:avLst/>
          </a:prstGeom>
        </p:spPr>
        <p:txBody>
          <a:bodyPr wrap="square" lIns="0" tIns="0" rIns="0" bIns="0" rtlCol="0" anchor="t">
            <a:spAutoFit/>
          </a:bodyPr>
          <a:lstStyle/>
          <a:p>
            <a:pPr marL="0" lvl="0" indent="0" algn="ctr">
              <a:lnSpc>
                <a:spcPts val="5560"/>
              </a:lnSpc>
            </a:pPr>
            <a:r>
              <a:rPr lang="en-US" sz="4000" spc="378" dirty="0">
                <a:solidFill>
                  <a:srgbClr val="FF6B00"/>
                </a:solidFill>
                <a:latin typeface="Tw Cen MT" panose="020B0602020104020603" pitchFamily="34" charset="77"/>
              </a:rPr>
              <a:t>PURPOSE</a:t>
            </a:r>
          </a:p>
        </p:txBody>
      </p:sp>
      <p:cxnSp>
        <p:nvCxnSpPr>
          <p:cNvPr id="68" name="Straight Connector 67">
            <a:extLst>
              <a:ext uri="{FF2B5EF4-FFF2-40B4-BE49-F238E27FC236}">
                <a16:creationId xmlns:a16="http://schemas.microsoft.com/office/drawing/2014/main" id="{EEAB18A7-D326-910E-8161-82CC8CEB5255}"/>
              </a:ext>
            </a:extLst>
          </p:cNvPr>
          <p:cNvCxnSpPr>
            <a:cxnSpLocks/>
          </p:cNvCxnSpPr>
          <p:nvPr/>
        </p:nvCxnSpPr>
        <p:spPr>
          <a:xfrm>
            <a:off x="22158" y="497181"/>
            <a:ext cx="12192000" cy="0"/>
          </a:xfrm>
          <a:prstGeom prst="line">
            <a:avLst/>
          </a:prstGeom>
          <a:ln w="25400" cmpd="sng">
            <a:solidFill>
              <a:srgbClr val="FF6B00"/>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DC1C13BF-DF4A-230C-D8F3-39A1205C7C82}"/>
              </a:ext>
            </a:extLst>
          </p:cNvPr>
          <p:cNvSpPr/>
          <p:nvPr/>
        </p:nvSpPr>
        <p:spPr>
          <a:xfrm>
            <a:off x="4414049" y="111364"/>
            <a:ext cx="3408219" cy="771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7CC751D4-FD14-14ED-DA41-02EB85482ED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97068" y="8621"/>
            <a:ext cx="2597861" cy="1071700"/>
          </a:xfrm>
          <a:prstGeom prst="rect">
            <a:avLst/>
          </a:prstGeom>
        </p:spPr>
      </p:pic>
      <p:sp>
        <p:nvSpPr>
          <p:cNvPr id="8" name="Content Placeholder 4">
            <a:extLst>
              <a:ext uri="{FF2B5EF4-FFF2-40B4-BE49-F238E27FC236}">
                <a16:creationId xmlns:a16="http://schemas.microsoft.com/office/drawing/2014/main" id="{A14582BC-266B-4517-0A2F-3CE5053C93C0}"/>
              </a:ext>
            </a:extLst>
          </p:cNvPr>
          <p:cNvSpPr txBox="1">
            <a:spLocks/>
          </p:cNvSpPr>
          <p:nvPr/>
        </p:nvSpPr>
        <p:spPr>
          <a:xfrm>
            <a:off x="852616" y="2284588"/>
            <a:ext cx="9013444" cy="2535582"/>
          </a:xfrm>
          <a:prstGeom prst="rect">
            <a:avLst/>
          </a:prstGeom>
        </p:spPr>
        <p:txBody>
          <a:bodyPr numCol="2" spcCol="36000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A3D"/>
                </a:solidFill>
                <a:latin typeface="GOTHAM-BOOK" panose="0200050405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A3D"/>
                </a:solidFill>
                <a:latin typeface="GOTHAM-BOOK" panose="0200050405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A3D"/>
                </a:solidFill>
                <a:latin typeface="GOTHAM-BOOK" panose="0200050405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600"/>
              </a:spcAft>
              <a:buFont typeface="Arial" panose="020B0604020202020204" pitchFamily="34" charset="0"/>
              <a:buNone/>
            </a:pPr>
            <a:endParaRPr lang="en-US" sz="2600" dirty="0"/>
          </a:p>
        </p:txBody>
      </p:sp>
      <p:sp>
        <p:nvSpPr>
          <p:cNvPr id="2" name="TextBox 1">
            <a:extLst>
              <a:ext uri="{FF2B5EF4-FFF2-40B4-BE49-F238E27FC236}">
                <a16:creationId xmlns:a16="http://schemas.microsoft.com/office/drawing/2014/main" id="{5C6143F3-FA7F-2C1D-7DF8-ECC8535AF99E}"/>
              </a:ext>
            </a:extLst>
          </p:cNvPr>
          <p:cNvSpPr txBox="1"/>
          <p:nvPr/>
        </p:nvSpPr>
        <p:spPr>
          <a:xfrm>
            <a:off x="1066798" y="2112305"/>
            <a:ext cx="10058399" cy="3693319"/>
          </a:xfrm>
          <a:prstGeom prst="rect">
            <a:avLst/>
          </a:prstGeom>
          <a:noFill/>
        </p:spPr>
        <p:txBody>
          <a:bodyPr wrap="square" rtlCol="0">
            <a:spAutoFit/>
          </a:bodyPr>
          <a:lstStyle/>
          <a:p>
            <a:pPr algn="just"/>
            <a:r>
              <a:rPr lang="en-US" sz="2600" dirty="0"/>
              <a:t>The purpose of the Employee Share Option Program (ESOP) is to motivate, retain and remuneration long service, good performers and employees who has potential to take on key leadership roles.</a:t>
            </a:r>
          </a:p>
          <a:p>
            <a:pPr algn="just"/>
            <a:endParaRPr lang="en-US" sz="2600" dirty="0"/>
          </a:p>
          <a:p>
            <a:pPr algn="just"/>
            <a:r>
              <a:rPr lang="en-US" sz="2600" dirty="0"/>
              <a:t>We strives to align every </a:t>
            </a:r>
            <a:r>
              <a:rPr lang="en-US" sz="2600" dirty="0" err="1"/>
              <a:t>Elitez</a:t>
            </a:r>
            <a:r>
              <a:rPr lang="en-US" sz="2600" dirty="0"/>
              <a:t> Group’s employees to contribute towards the Group’s success. </a:t>
            </a:r>
          </a:p>
          <a:p>
            <a:pPr algn="just"/>
            <a:endParaRPr lang="en-US" sz="2600" dirty="0"/>
          </a:p>
          <a:p>
            <a:pPr algn="just"/>
            <a:r>
              <a:rPr lang="en-US" sz="2600" dirty="0"/>
              <a:t>All employee shares will be fairly allocated to deserving </a:t>
            </a:r>
            <a:r>
              <a:rPr lang="en-US" sz="2600" dirty="0" err="1"/>
              <a:t>Elitez</a:t>
            </a:r>
            <a:r>
              <a:rPr lang="en-US" sz="2600" dirty="0"/>
              <a:t> Group employees according to this Guidebook. </a:t>
            </a:r>
          </a:p>
        </p:txBody>
      </p:sp>
    </p:spTree>
    <p:extLst>
      <p:ext uri="{BB962C8B-B14F-4D97-AF65-F5344CB8AC3E}">
        <p14:creationId xmlns:p14="http://schemas.microsoft.com/office/powerpoint/2010/main" val="620748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21">
            <a:extLst>
              <a:ext uri="{FF2B5EF4-FFF2-40B4-BE49-F238E27FC236}">
                <a16:creationId xmlns:a16="http://schemas.microsoft.com/office/drawing/2014/main" id="{187D14F0-70CA-DA01-0C15-FFE26BE31ADB}"/>
              </a:ext>
            </a:extLst>
          </p:cNvPr>
          <p:cNvSpPr txBox="1"/>
          <p:nvPr/>
        </p:nvSpPr>
        <p:spPr>
          <a:xfrm>
            <a:off x="2833855" y="1038607"/>
            <a:ext cx="6524289" cy="686726"/>
          </a:xfrm>
          <a:prstGeom prst="rect">
            <a:avLst/>
          </a:prstGeom>
        </p:spPr>
        <p:txBody>
          <a:bodyPr wrap="square" lIns="0" tIns="0" rIns="0" bIns="0" rtlCol="0" anchor="t">
            <a:spAutoFit/>
          </a:bodyPr>
          <a:lstStyle/>
          <a:p>
            <a:pPr marL="0" lvl="0" indent="0" algn="ctr">
              <a:lnSpc>
                <a:spcPts val="5560"/>
              </a:lnSpc>
            </a:pPr>
            <a:r>
              <a:rPr lang="en-US" sz="4000" spc="378" dirty="0">
                <a:solidFill>
                  <a:srgbClr val="FF6B00"/>
                </a:solidFill>
                <a:latin typeface="Tw Cen MT" panose="020B0602020104020603" pitchFamily="34" charset="77"/>
              </a:rPr>
              <a:t>GUIDELINES</a:t>
            </a:r>
          </a:p>
        </p:txBody>
      </p:sp>
      <p:cxnSp>
        <p:nvCxnSpPr>
          <p:cNvPr id="68" name="Straight Connector 67">
            <a:extLst>
              <a:ext uri="{FF2B5EF4-FFF2-40B4-BE49-F238E27FC236}">
                <a16:creationId xmlns:a16="http://schemas.microsoft.com/office/drawing/2014/main" id="{EEAB18A7-D326-910E-8161-82CC8CEB5255}"/>
              </a:ext>
            </a:extLst>
          </p:cNvPr>
          <p:cNvCxnSpPr>
            <a:cxnSpLocks/>
          </p:cNvCxnSpPr>
          <p:nvPr/>
        </p:nvCxnSpPr>
        <p:spPr>
          <a:xfrm>
            <a:off x="22158" y="497181"/>
            <a:ext cx="12192000" cy="0"/>
          </a:xfrm>
          <a:prstGeom prst="line">
            <a:avLst/>
          </a:prstGeom>
          <a:ln w="25400" cmpd="sng">
            <a:solidFill>
              <a:srgbClr val="FF6B00"/>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DC1C13BF-DF4A-230C-D8F3-39A1205C7C82}"/>
              </a:ext>
            </a:extLst>
          </p:cNvPr>
          <p:cNvSpPr/>
          <p:nvPr/>
        </p:nvSpPr>
        <p:spPr>
          <a:xfrm>
            <a:off x="4414049" y="111364"/>
            <a:ext cx="3408219" cy="771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7CC751D4-FD14-14ED-DA41-02EB85482ED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97068" y="8621"/>
            <a:ext cx="2597861" cy="1071700"/>
          </a:xfrm>
          <a:prstGeom prst="rect">
            <a:avLst/>
          </a:prstGeom>
        </p:spPr>
      </p:pic>
      <p:sp>
        <p:nvSpPr>
          <p:cNvPr id="8" name="Content Placeholder 4">
            <a:extLst>
              <a:ext uri="{FF2B5EF4-FFF2-40B4-BE49-F238E27FC236}">
                <a16:creationId xmlns:a16="http://schemas.microsoft.com/office/drawing/2014/main" id="{A14582BC-266B-4517-0A2F-3CE5053C93C0}"/>
              </a:ext>
            </a:extLst>
          </p:cNvPr>
          <p:cNvSpPr txBox="1">
            <a:spLocks/>
          </p:cNvSpPr>
          <p:nvPr/>
        </p:nvSpPr>
        <p:spPr>
          <a:xfrm>
            <a:off x="852616" y="2284588"/>
            <a:ext cx="9013444" cy="2535582"/>
          </a:xfrm>
          <a:prstGeom prst="rect">
            <a:avLst/>
          </a:prstGeom>
        </p:spPr>
        <p:txBody>
          <a:bodyPr numCol="2" spcCol="36000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A3D"/>
                </a:solidFill>
                <a:latin typeface="GOTHAM-BOOK" panose="0200050405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A3D"/>
                </a:solidFill>
                <a:latin typeface="GOTHAM-BOOK" panose="0200050405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A3D"/>
                </a:solidFill>
                <a:latin typeface="GOTHAM-BOOK" panose="0200050405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600"/>
              </a:spcAft>
              <a:buFont typeface="Arial" panose="020B0604020202020204" pitchFamily="34" charset="0"/>
              <a:buNone/>
            </a:pPr>
            <a:endParaRPr lang="en-US" sz="2600" dirty="0"/>
          </a:p>
        </p:txBody>
      </p:sp>
      <p:sp>
        <p:nvSpPr>
          <p:cNvPr id="2" name="TextBox 1">
            <a:extLst>
              <a:ext uri="{FF2B5EF4-FFF2-40B4-BE49-F238E27FC236}">
                <a16:creationId xmlns:a16="http://schemas.microsoft.com/office/drawing/2014/main" id="{5C6143F3-FA7F-2C1D-7DF8-ECC8535AF99E}"/>
              </a:ext>
            </a:extLst>
          </p:cNvPr>
          <p:cNvSpPr txBox="1"/>
          <p:nvPr/>
        </p:nvSpPr>
        <p:spPr>
          <a:xfrm>
            <a:off x="1066798" y="2112305"/>
            <a:ext cx="10058399" cy="4524315"/>
          </a:xfrm>
          <a:prstGeom prst="rect">
            <a:avLst/>
          </a:prstGeom>
          <a:noFill/>
        </p:spPr>
        <p:txBody>
          <a:bodyPr wrap="square" rtlCol="0">
            <a:spAutoFit/>
          </a:bodyPr>
          <a:lstStyle/>
          <a:p>
            <a:pPr algn="just"/>
            <a:r>
              <a:rPr lang="en-US" sz="2400" b="1" u="sng" dirty="0"/>
              <a:t>1. STRUCTURE</a:t>
            </a:r>
          </a:p>
          <a:p>
            <a:pPr marL="514350" indent="-514350" algn="just">
              <a:buFont typeface="+mj-lt"/>
              <a:buAutoNum type="alphaLcPeriod"/>
            </a:pPr>
            <a:r>
              <a:rPr lang="en-US" sz="2400" dirty="0"/>
              <a:t>The Management will form a ESOP Committee consists of 2 employees and 1 Management</a:t>
            </a:r>
          </a:p>
          <a:p>
            <a:pPr algn="just"/>
            <a:endParaRPr lang="en-US" sz="2400" dirty="0"/>
          </a:p>
          <a:p>
            <a:pPr algn="just"/>
            <a:r>
              <a:rPr lang="en-US" sz="2400" b="1" u="sng" dirty="0"/>
              <a:t>2. ROLES AND RESPONSIBILITIES</a:t>
            </a:r>
          </a:p>
          <a:p>
            <a:pPr marL="514350" indent="-514350" algn="just">
              <a:buFont typeface="+mj-lt"/>
              <a:buAutoNum type="alphaLcPeriod"/>
            </a:pPr>
            <a:r>
              <a:rPr lang="en-US" sz="2400" dirty="0"/>
              <a:t>The ESOP committee will propose, maintain, review, amend and communicate the policies to the employees.</a:t>
            </a:r>
          </a:p>
          <a:p>
            <a:pPr marL="514350" indent="-514350" algn="just">
              <a:buFontTx/>
              <a:buAutoNum type="alphaLcPeriod"/>
            </a:pPr>
            <a:r>
              <a:rPr lang="en-US" sz="2400" dirty="0"/>
              <a:t>All policies must be approved by the Management before implementation</a:t>
            </a:r>
          </a:p>
          <a:p>
            <a:pPr marL="514350" indent="-514350" algn="just">
              <a:buAutoNum type="alphaLcPeriod"/>
            </a:pPr>
            <a:r>
              <a:rPr lang="en-US" sz="2400" dirty="0"/>
              <a:t>The ESOP committee will liaise with the Company’s Corporate Secretary and/or lawyers to prepare the ESOP documents.</a:t>
            </a:r>
          </a:p>
          <a:p>
            <a:pPr marL="514350" indent="-514350" algn="just">
              <a:buAutoNum type="alphaLcPeriod"/>
            </a:pPr>
            <a:r>
              <a:rPr lang="en-US" sz="2400" dirty="0"/>
              <a:t>The ESOP committee will check and verify all ESOP documents.</a:t>
            </a:r>
          </a:p>
          <a:p>
            <a:pPr algn="just"/>
            <a:endParaRPr lang="en-US" sz="2400" dirty="0"/>
          </a:p>
        </p:txBody>
      </p:sp>
    </p:spTree>
    <p:extLst>
      <p:ext uri="{BB962C8B-B14F-4D97-AF65-F5344CB8AC3E}">
        <p14:creationId xmlns:p14="http://schemas.microsoft.com/office/powerpoint/2010/main" val="3051828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21">
            <a:extLst>
              <a:ext uri="{FF2B5EF4-FFF2-40B4-BE49-F238E27FC236}">
                <a16:creationId xmlns:a16="http://schemas.microsoft.com/office/drawing/2014/main" id="{187D14F0-70CA-DA01-0C15-FFE26BE31ADB}"/>
              </a:ext>
            </a:extLst>
          </p:cNvPr>
          <p:cNvSpPr txBox="1"/>
          <p:nvPr/>
        </p:nvSpPr>
        <p:spPr>
          <a:xfrm>
            <a:off x="2833855" y="1038607"/>
            <a:ext cx="6524289" cy="686726"/>
          </a:xfrm>
          <a:prstGeom prst="rect">
            <a:avLst/>
          </a:prstGeom>
        </p:spPr>
        <p:txBody>
          <a:bodyPr wrap="square" lIns="0" tIns="0" rIns="0" bIns="0" rtlCol="0" anchor="t">
            <a:spAutoFit/>
          </a:bodyPr>
          <a:lstStyle/>
          <a:p>
            <a:pPr marL="0" lvl="0" indent="0" algn="ctr">
              <a:lnSpc>
                <a:spcPts val="5560"/>
              </a:lnSpc>
            </a:pPr>
            <a:r>
              <a:rPr lang="en-US" sz="4000" spc="378" dirty="0">
                <a:solidFill>
                  <a:srgbClr val="FF6B00"/>
                </a:solidFill>
                <a:latin typeface="Tw Cen MT" panose="020B0602020104020603" pitchFamily="34" charset="77"/>
              </a:rPr>
              <a:t>GUIDELINES</a:t>
            </a:r>
          </a:p>
        </p:txBody>
      </p:sp>
      <p:cxnSp>
        <p:nvCxnSpPr>
          <p:cNvPr id="68" name="Straight Connector 67">
            <a:extLst>
              <a:ext uri="{FF2B5EF4-FFF2-40B4-BE49-F238E27FC236}">
                <a16:creationId xmlns:a16="http://schemas.microsoft.com/office/drawing/2014/main" id="{EEAB18A7-D326-910E-8161-82CC8CEB5255}"/>
              </a:ext>
            </a:extLst>
          </p:cNvPr>
          <p:cNvCxnSpPr>
            <a:cxnSpLocks/>
          </p:cNvCxnSpPr>
          <p:nvPr/>
        </p:nvCxnSpPr>
        <p:spPr>
          <a:xfrm>
            <a:off x="22158" y="497181"/>
            <a:ext cx="12192000" cy="0"/>
          </a:xfrm>
          <a:prstGeom prst="line">
            <a:avLst/>
          </a:prstGeom>
          <a:ln w="25400" cmpd="sng">
            <a:solidFill>
              <a:srgbClr val="FF6B00"/>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DC1C13BF-DF4A-230C-D8F3-39A1205C7C82}"/>
              </a:ext>
            </a:extLst>
          </p:cNvPr>
          <p:cNvSpPr/>
          <p:nvPr/>
        </p:nvSpPr>
        <p:spPr>
          <a:xfrm>
            <a:off x="4414049" y="111364"/>
            <a:ext cx="3408219" cy="771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7CC751D4-FD14-14ED-DA41-02EB85482ED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797068" y="8621"/>
            <a:ext cx="2597861" cy="1071700"/>
          </a:xfrm>
          <a:prstGeom prst="rect">
            <a:avLst/>
          </a:prstGeom>
        </p:spPr>
      </p:pic>
      <p:sp>
        <p:nvSpPr>
          <p:cNvPr id="8" name="Content Placeholder 4">
            <a:extLst>
              <a:ext uri="{FF2B5EF4-FFF2-40B4-BE49-F238E27FC236}">
                <a16:creationId xmlns:a16="http://schemas.microsoft.com/office/drawing/2014/main" id="{A14582BC-266B-4517-0A2F-3CE5053C93C0}"/>
              </a:ext>
            </a:extLst>
          </p:cNvPr>
          <p:cNvSpPr txBox="1">
            <a:spLocks/>
          </p:cNvSpPr>
          <p:nvPr/>
        </p:nvSpPr>
        <p:spPr>
          <a:xfrm>
            <a:off x="852616" y="2284588"/>
            <a:ext cx="9013444" cy="2535582"/>
          </a:xfrm>
          <a:prstGeom prst="rect">
            <a:avLst/>
          </a:prstGeom>
        </p:spPr>
        <p:txBody>
          <a:bodyPr numCol="2" spcCol="36000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A3D"/>
                </a:solidFill>
                <a:latin typeface="GOTHAM-BOOK" panose="0200050405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A3D"/>
                </a:solidFill>
                <a:latin typeface="GOTHAM-BOOK" panose="0200050405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A3D"/>
                </a:solidFill>
                <a:latin typeface="GOTHAM-BOOK" panose="0200050405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600"/>
              </a:spcAft>
              <a:buFont typeface="Arial" panose="020B0604020202020204" pitchFamily="34" charset="0"/>
              <a:buNone/>
            </a:pPr>
            <a:endParaRPr lang="en-US" sz="2600" dirty="0"/>
          </a:p>
        </p:txBody>
      </p:sp>
      <p:sp>
        <p:nvSpPr>
          <p:cNvPr id="2" name="TextBox 1">
            <a:extLst>
              <a:ext uri="{FF2B5EF4-FFF2-40B4-BE49-F238E27FC236}">
                <a16:creationId xmlns:a16="http://schemas.microsoft.com/office/drawing/2014/main" id="{5C6143F3-FA7F-2C1D-7DF8-ECC8535AF99E}"/>
              </a:ext>
            </a:extLst>
          </p:cNvPr>
          <p:cNvSpPr txBox="1"/>
          <p:nvPr/>
        </p:nvSpPr>
        <p:spPr>
          <a:xfrm>
            <a:off x="1066798" y="2112305"/>
            <a:ext cx="10058399" cy="4555093"/>
          </a:xfrm>
          <a:prstGeom prst="rect">
            <a:avLst/>
          </a:prstGeom>
          <a:noFill/>
        </p:spPr>
        <p:txBody>
          <a:bodyPr wrap="square" rtlCol="0">
            <a:spAutoFit/>
          </a:bodyPr>
          <a:lstStyle/>
          <a:p>
            <a:pPr algn="just"/>
            <a:r>
              <a:rPr lang="en-US" sz="2400" b="1" u="sng" dirty="0"/>
              <a:t>3. SUBIDIARY ESOP</a:t>
            </a:r>
          </a:p>
          <a:p>
            <a:pPr marL="514350" indent="-514350" algn="just">
              <a:buFont typeface="+mj-lt"/>
              <a:buAutoNum type="alphaLcPeriod"/>
            </a:pPr>
            <a:r>
              <a:rPr lang="en-US" sz="2200" dirty="0"/>
              <a:t>The Subsidiary cannot issue ESOP program under its own entity, unless approved by the Management</a:t>
            </a:r>
          </a:p>
          <a:p>
            <a:pPr marL="514350" indent="-514350" algn="just">
              <a:buFont typeface="+mj-lt"/>
              <a:buAutoNum type="alphaLcPeriod"/>
            </a:pPr>
            <a:r>
              <a:rPr lang="en-US" sz="2200" dirty="0"/>
              <a:t>The Management or the Subsidiary Business Unit Leader can propose to participate in the Group’s ESOP program. </a:t>
            </a:r>
          </a:p>
          <a:p>
            <a:pPr marL="514350" indent="-514350" algn="just">
              <a:buFont typeface="+mj-lt"/>
              <a:buAutoNum type="alphaLcPeriod"/>
            </a:pPr>
            <a:r>
              <a:rPr lang="en-US" sz="2200" dirty="0"/>
              <a:t>The Subsidiary can decide to swap up to </a:t>
            </a:r>
            <a:r>
              <a:rPr lang="en-US" sz="2200" dirty="0">
                <a:highlight>
                  <a:srgbClr val="FFFF00"/>
                </a:highlight>
              </a:rPr>
              <a:t>20%</a:t>
            </a:r>
            <a:r>
              <a:rPr lang="en-US" sz="2200" dirty="0"/>
              <a:t> of its shares with </a:t>
            </a:r>
            <a:r>
              <a:rPr lang="en-US" sz="2200" dirty="0" err="1"/>
              <a:t>Elitez</a:t>
            </a:r>
            <a:r>
              <a:rPr lang="en-US" sz="2200" dirty="0"/>
              <a:t> Group for ESOP purpose. These shares will be regarded as SESOP.</a:t>
            </a:r>
          </a:p>
          <a:p>
            <a:pPr marL="514350" indent="-514350" algn="just">
              <a:buFont typeface="+mj-lt"/>
              <a:buAutoNum type="alphaLcPeriod"/>
            </a:pPr>
            <a:r>
              <a:rPr lang="en-US" sz="2200" dirty="0"/>
              <a:t>The SESOP will be allocated solely for the subsidiary employees according to the ESOP Criteria</a:t>
            </a:r>
          </a:p>
          <a:p>
            <a:pPr marL="514350" indent="-514350" algn="just">
              <a:buFont typeface="+mj-lt"/>
              <a:buAutoNum type="alphaLcPeriod"/>
            </a:pPr>
            <a:r>
              <a:rPr lang="en-US" sz="2200" dirty="0"/>
              <a:t>The Subsidiary will swap the shares with </a:t>
            </a:r>
            <a:r>
              <a:rPr lang="en-US" sz="2200" dirty="0" err="1"/>
              <a:t>Elitez</a:t>
            </a:r>
            <a:r>
              <a:rPr lang="en-US" sz="2200" dirty="0"/>
              <a:t> Group at </a:t>
            </a:r>
            <a:r>
              <a:rPr lang="en-US" sz="2200" dirty="0">
                <a:highlight>
                  <a:srgbClr val="FFFF00"/>
                </a:highlight>
              </a:rPr>
              <a:t>30%</a:t>
            </a:r>
            <a:r>
              <a:rPr lang="en-US" sz="2200" dirty="0"/>
              <a:t> discount in value.</a:t>
            </a:r>
            <a:endParaRPr lang="en-US" sz="2200" dirty="0">
              <a:highlight>
                <a:srgbClr val="FFFF00"/>
              </a:highlight>
            </a:endParaRPr>
          </a:p>
          <a:p>
            <a:pPr marL="514350" indent="-514350" algn="just">
              <a:buFont typeface="+mj-lt"/>
              <a:buAutoNum type="alphaLcPeriod"/>
            </a:pPr>
            <a:r>
              <a:rPr lang="en-US" sz="2200" dirty="0"/>
              <a:t>Unallocated shares will be swapped back to the Subsidiary at the same valuation stated in 3e at the point of IPO listing or trade sale. </a:t>
            </a:r>
          </a:p>
          <a:p>
            <a:pPr algn="just"/>
            <a:endParaRPr lang="en-US" sz="2400" dirty="0"/>
          </a:p>
        </p:txBody>
      </p:sp>
    </p:spTree>
    <p:extLst>
      <p:ext uri="{BB962C8B-B14F-4D97-AF65-F5344CB8AC3E}">
        <p14:creationId xmlns:p14="http://schemas.microsoft.com/office/powerpoint/2010/main" val="2684152431"/>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21">
            <a:extLst>
              <a:ext uri="{FF2B5EF4-FFF2-40B4-BE49-F238E27FC236}">
                <a16:creationId xmlns:a16="http://schemas.microsoft.com/office/drawing/2014/main" id="{187D14F0-70CA-DA01-0C15-FFE26BE31ADB}"/>
              </a:ext>
            </a:extLst>
          </p:cNvPr>
          <p:cNvSpPr txBox="1"/>
          <p:nvPr/>
        </p:nvSpPr>
        <p:spPr>
          <a:xfrm>
            <a:off x="2833855" y="1038607"/>
            <a:ext cx="6524289" cy="686726"/>
          </a:xfrm>
          <a:prstGeom prst="rect">
            <a:avLst/>
          </a:prstGeom>
        </p:spPr>
        <p:txBody>
          <a:bodyPr wrap="square" lIns="0" tIns="0" rIns="0" bIns="0" rtlCol="0" anchor="t">
            <a:spAutoFit/>
          </a:bodyPr>
          <a:lstStyle/>
          <a:p>
            <a:pPr marL="0" lvl="0" indent="0" algn="ctr">
              <a:lnSpc>
                <a:spcPts val="5560"/>
              </a:lnSpc>
            </a:pPr>
            <a:r>
              <a:rPr lang="en-US" sz="4000" spc="378" dirty="0">
                <a:solidFill>
                  <a:srgbClr val="FF6B00"/>
                </a:solidFill>
                <a:latin typeface="Tw Cen MT" panose="020B0602020104020603" pitchFamily="34" charset="77"/>
              </a:rPr>
              <a:t>GUIDELINES</a:t>
            </a:r>
          </a:p>
        </p:txBody>
      </p:sp>
      <p:cxnSp>
        <p:nvCxnSpPr>
          <p:cNvPr id="68" name="Straight Connector 67">
            <a:extLst>
              <a:ext uri="{FF2B5EF4-FFF2-40B4-BE49-F238E27FC236}">
                <a16:creationId xmlns:a16="http://schemas.microsoft.com/office/drawing/2014/main" id="{EEAB18A7-D326-910E-8161-82CC8CEB5255}"/>
              </a:ext>
            </a:extLst>
          </p:cNvPr>
          <p:cNvCxnSpPr>
            <a:cxnSpLocks/>
          </p:cNvCxnSpPr>
          <p:nvPr/>
        </p:nvCxnSpPr>
        <p:spPr>
          <a:xfrm>
            <a:off x="22158" y="497181"/>
            <a:ext cx="12192000" cy="0"/>
          </a:xfrm>
          <a:prstGeom prst="line">
            <a:avLst/>
          </a:prstGeom>
          <a:ln w="25400" cmpd="sng">
            <a:solidFill>
              <a:srgbClr val="FF6B00"/>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DC1C13BF-DF4A-230C-D8F3-39A1205C7C82}"/>
              </a:ext>
            </a:extLst>
          </p:cNvPr>
          <p:cNvSpPr/>
          <p:nvPr/>
        </p:nvSpPr>
        <p:spPr>
          <a:xfrm>
            <a:off x="4414049" y="111364"/>
            <a:ext cx="3408219" cy="771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7CC751D4-FD14-14ED-DA41-02EB85482ED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97068" y="8621"/>
            <a:ext cx="2597861" cy="1071700"/>
          </a:xfrm>
          <a:prstGeom prst="rect">
            <a:avLst/>
          </a:prstGeom>
        </p:spPr>
      </p:pic>
      <p:sp>
        <p:nvSpPr>
          <p:cNvPr id="8" name="Content Placeholder 4">
            <a:extLst>
              <a:ext uri="{FF2B5EF4-FFF2-40B4-BE49-F238E27FC236}">
                <a16:creationId xmlns:a16="http://schemas.microsoft.com/office/drawing/2014/main" id="{A14582BC-266B-4517-0A2F-3CE5053C93C0}"/>
              </a:ext>
            </a:extLst>
          </p:cNvPr>
          <p:cNvSpPr txBox="1">
            <a:spLocks/>
          </p:cNvSpPr>
          <p:nvPr/>
        </p:nvSpPr>
        <p:spPr>
          <a:xfrm>
            <a:off x="852616" y="2284588"/>
            <a:ext cx="9013444" cy="2535582"/>
          </a:xfrm>
          <a:prstGeom prst="rect">
            <a:avLst/>
          </a:prstGeom>
        </p:spPr>
        <p:txBody>
          <a:bodyPr numCol="2" spcCol="36000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A3D"/>
                </a:solidFill>
                <a:latin typeface="GOTHAM-BOOK" panose="0200050405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A3D"/>
                </a:solidFill>
                <a:latin typeface="GOTHAM-BOOK" panose="0200050405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A3D"/>
                </a:solidFill>
                <a:latin typeface="GOTHAM-BOOK" panose="0200050405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600"/>
              </a:spcAft>
              <a:buFont typeface="Arial" panose="020B0604020202020204" pitchFamily="34" charset="0"/>
              <a:buNone/>
            </a:pPr>
            <a:endParaRPr lang="en-US" sz="2600" dirty="0"/>
          </a:p>
        </p:txBody>
      </p:sp>
      <p:sp>
        <p:nvSpPr>
          <p:cNvPr id="2" name="TextBox 1">
            <a:extLst>
              <a:ext uri="{FF2B5EF4-FFF2-40B4-BE49-F238E27FC236}">
                <a16:creationId xmlns:a16="http://schemas.microsoft.com/office/drawing/2014/main" id="{5C6143F3-FA7F-2C1D-7DF8-ECC8535AF99E}"/>
              </a:ext>
            </a:extLst>
          </p:cNvPr>
          <p:cNvSpPr txBox="1"/>
          <p:nvPr/>
        </p:nvSpPr>
        <p:spPr>
          <a:xfrm>
            <a:off x="1066798" y="2112305"/>
            <a:ext cx="10058399" cy="2677656"/>
          </a:xfrm>
          <a:prstGeom prst="rect">
            <a:avLst/>
          </a:prstGeom>
          <a:noFill/>
        </p:spPr>
        <p:txBody>
          <a:bodyPr wrap="square" rtlCol="0">
            <a:spAutoFit/>
          </a:bodyPr>
          <a:lstStyle/>
          <a:p>
            <a:pPr algn="just"/>
            <a:r>
              <a:rPr lang="en-US" sz="2400" b="1" u="sng" dirty="0"/>
              <a:t>4. ELIGIBILITY </a:t>
            </a:r>
          </a:p>
          <a:p>
            <a:pPr marL="514350" indent="-514350" algn="just">
              <a:buFont typeface="+mj-lt"/>
              <a:buAutoNum type="alphaLcPeriod"/>
            </a:pPr>
            <a:r>
              <a:rPr lang="en-US" sz="2400" dirty="0"/>
              <a:t>Only employees who have worked in ELITEZ GROUP for more than 3 years are eligible for ESOP.</a:t>
            </a:r>
          </a:p>
          <a:p>
            <a:pPr marL="514350" indent="-514350" algn="just">
              <a:buFont typeface="+mj-lt"/>
              <a:buAutoNum type="alphaLcPeriod"/>
            </a:pPr>
            <a:r>
              <a:rPr lang="en-US" sz="2400" dirty="0"/>
              <a:t>Employees must achieve an average of performance rating above 3.5 for the past 2 years.  </a:t>
            </a:r>
          </a:p>
          <a:p>
            <a:pPr marL="514350" indent="-514350" algn="just">
              <a:buFont typeface="+mj-lt"/>
              <a:buAutoNum type="alphaLcPeriod"/>
            </a:pPr>
            <a:r>
              <a:rPr lang="en-US" sz="2400" dirty="0"/>
              <a:t>Employees must show potential to support ELITEZ GROUP towards scalability, performance growth, sustainability and stability. </a:t>
            </a:r>
          </a:p>
        </p:txBody>
      </p:sp>
    </p:spTree>
    <p:extLst>
      <p:ext uri="{BB962C8B-B14F-4D97-AF65-F5344CB8AC3E}">
        <p14:creationId xmlns:p14="http://schemas.microsoft.com/office/powerpoint/2010/main" val="3956955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21">
            <a:extLst>
              <a:ext uri="{FF2B5EF4-FFF2-40B4-BE49-F238E27FC236}">
                <a16:creationId xmlns:a16="http://schemas.microsoft.com/office/drawing/2014/main" id="{187D14F0-70CA-DA01-0C15-FFE26BE31ADB}"/>
              </a:ext>
            </a:extLst>
          </p:cNvPr>
          <p:cNvSpPr txBox="1"/>
          <p:nvPr/>
        </p:nvSpPr>
        <p:spPr>
          <a:xfrm>
            <a:off x="2833855" y="1038607"/>
            <a:ext cx="6524289" cy="686726"/>
          </a:xfrm>
          <a:prstGeom prst="rect">
            <a:avLst/>
          </a:prstGeom>
        </p:spPr>
        <p:txBody>
          <a:bodyPr wrap="square" lIns="0" tIns="0" rIns="0" bIns="0" rtlCol="0" anchor="t">
            <a:spAutoFit/>
          </a:bodyPr>
          <a:lstStyle/>
          <a:p>
            <a:pPr marL="0" lvl="0" indent="0" algn="ctr">
              <a:lnSpc>
                <a:spcPts val="5560"/>
              </a:lnSpc>
            </a:pPr>
            <a:r>
              <a:rPr lang="en-US" sz="4000" spc="378" dirty="0">
                <a:solidFill>
                  <a:srgbClr val="FF6B00"/>
                </a:solidFill>
                <a:latin typeface="Tw Cen MT" panose="020B0602020104020603" pitchFamily="34" charset="77"/>
              </a:rPr>
              <a:t>GUIDELINES</a:t>
            </a:r>
          </a:p>
        </p:txBody>
      </p:sp>
      <p:cxnSp>
        <p:nvCxnSpPr>
          <p:cNvPr id="68" name="Straight Connector 67">
            <a:extLst>
              <a:ext uri="{FF2B5EF4-FFF2-40B4-BE49-F238E27FC236}">
                <a16:creationId xmlns:a16="http://schemas.microsoft.com/office/drawing/2014/main" id="{EEAB18A7-D326-910E-8161-82CC8CEB5255}"/>
              </a:ext>
            </a:extLst>
          </p:cNvPr>
          <p:cNvCxnSpPr>
            <a:cxnSpLocks/>
          </p:cNvCxnSpPr>
          <p:nvPr/>
        </p:nvCxnSpPr>
        <p:spPr>
          <a:xfrm>
            <a:off x="22158" y="497181"/>
            <a:ext cx="12192000" cy="0"/>
          </a:xfrm>
          <a:prstGeom prst="line">
            <a:avLst/>
          </a:prstGeom>
          <a:ln w="25400" cmpd="sng">
            <a:solidFill>
              <a:srgbClr val="FF6B00"/>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DC1C13BF-DF4A-230C-D8F3-39A1205C7C82}"/>
              </a:ext>
            </a:extLst>
          </p:cNvPr>
          <p:cNvSpPr/>
          <p:nvPr/>
        </p:nvSpPr>
        <p:spPr>
          <a:xfrm>
            <a:off x="4414049" y="111364"/>
            <a:ext cx="3408219" cy="771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7CC751D4-FD14-14ED-DA41-02EB85482ED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97068" y="8621"/>
            <a:ext cx="2597861" cy="1071700"/>
          </a:xfrm>
          <a:prstGeom prst="rect">
            <a:avLst/>
          </a:prstGeom>
        </p:spPr>
      </p:pic>
      <p:sp>
        <p:nvSpPr>
          <p:cNvPr id="8" name="Content Placeholder 4">
            <a:extLst>
              <a:ext uri="{FF2B5EF4-FFF2-40B4-BE49-F238E27FC236}">
                <a16:creationId xmlns:a16="http://schemas.microsoft.com/office/drawing/2014/main" id="{A14582BC-266B-4517-0A2F-3CE5053C93C0}"/>
              </a:ext>
            </a:extLst>
          </p:cNvPr>
          <p:cNvSpPr txBox="1">
            <a:spLocks/>
          </p:cNvSpPr>
          <p:nvPr/>
        </p:nvSpPr>
        <p:spPr>
          <a:xfrm>
            <a:off x="852616" y="2284588"/>
            <a:ext cx="9013444" cy="2535582"/>
          </a:xfrm>
          <a:prstGeom prst="rect">
            <a:avLst/>
          </a:prstGeom>
        </p:spPr>
        <p:txBody>
          <a:bodyPr numCol="2" spcCol="36000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A3D"/>
                </a:solidFill>
                <a:latin typeface="GOTHAM-BOOK" panose="0200050405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A3D"/>
                </a:solidFill>
                <a:latin typeface="GOTHAM-BOOK" panose="0200050405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A3D"/>
                </a:solidFill>
                <a:latin typeface="GOTHAM-BOOK" panose="0200050405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600"/>
              </a:spcAft>
              <a:buFont typeface="Arial" panose="020B0604020202020204" pitchFamily="34" charset="0"/>
              <a:buNone/>
            </a:pPr>
            <a:endParaRPr lang="en-US" sz="2600" dirty="0"/>
          </a:p>
        </p:txBody>
      </p:sp>
      <p:sp>
        <p:nvSpPr>
          <p:cNvPr id="2" name="TextBox 1">
            <a:extLst>
              <a:ext uri="{FF2B5EF4-FFF2-40B4-BE49-F238E27FC236}">
                <a16:creationId xmlns:a16="http://schemas.microsoft.com/office/drawing/2014/main" id="{5C6143F3-FA7F-2C1D-7DF8-ECC8535AF99E}"/>
              </a:ext>
            </a:extLst>
          </p:cNvPr>
          <p:cNvSpPr txBox="1"/>
          <p:nvPr/>
        </p:nvSpPr>
        <p:spPr>
          <a:xfrm>
            <a:off x="1066798" y="2112305"/>
            <a:ext cx="10058399" cy="3046988"/>
          </a:xfrm>
          <a:prstGeom prst="rect">
            <a:avLst/>
          </a:prstGeom>
          <a:noFill/>
        </p:spPr>
        <p:txBody>
          <a:bodyPr wrap="square" rtlCol="0">
            <a:spAutoFit/>
          </a:bodyPr>
          <a:lstStyle/>
          <a:p>
            <a:pPr algn="just"/>
            <a:r>
              <a:rPr lang="en-US" sz="2400" b="1" u="sng" dirty="0"/>
              <a:t>5. ALLOCATION</a:t>
            </a:r>
          </a:p>
          <a:p>
            <a:pPr marL="457200" indent="-457200" algn="just">
              <a:buAutoNum type="alphaLcPeriod"/>
            </a:pPr>
            <a:r>
              <a:rPr lang="en-US" sz="2400" dirty="0"/>
              <a:t>Eligible employees will be allocated ESOP according to the Criteria.</a:t>
            </a:r>
          </a:p>
          <a:p>
            <a:pPr marL="457200" indent="-457200" algn="just">
              <a:buAutoNum type="alphaLcPeriod"/>
            </a:pPr>
            <a:r>
              <a:rPr lang="en-US" sz="2400" dirty="0"/>
              <a:t>Each year, the ESOP committee will decide on the total number of shares to be allocated.</a:t>
            </a:r>
          </a:p>
          <a:p>
            <a:pPr marL="457200" indent="-457200" algn="just">
              <a:buAutoNum type="alphaLcPeriod"/>
            </a:pPr>
            <a:r>
              <a:rPr lang="en-US" sz="2400" dirty="0"/>
              <a:t>Eligible employees will be given a score based on the Criteria</a:t>
            </a:r>
          </a:p>
          <a:p>
            <a:pPr marL="457200" indent="-457200" algn="just">
              <a:buAutoNum type="alphaLcPeriod"/>
            </a:pPr>
            <a:r>
              <a:rPr lang="en-US" sz="2400" dirty="0"/>
              <a:t>Shares will be allocated to eligible employees based on their individual score over the total score of all eligible employees for the year multiple by the total number of shares to be allocated for the year. </a:t>
            </a:r>
          </a:p>
        </p:txBody>
      </p:sp>
    </p:spTree>
    <p:extLst>
      <p:ext uri="{BB962C8B-B14F-4D97-AF65-F5344CB8AC3E}">
        <p14:creationId xmlns:p14="http://schemas.microsoft.com/office/powerpoint/2010/main" val="837462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21">
            <a:extLst>
              <a:ext uri="{FF2B5EF4-FFF2-40B4-BE49-F238E27FC236}">
                <a16:creationId xmlns:a16="http://schemas.microsoft.com/office/drawing/2014/main" id="{187D14F0-70CA-DA01-0C15-FFE26BE31ADB}"/>
              </a:ext>
            </a:extLst>
          </p:cNvPr>
          <p:cNvSpPr txBox="1"/>
          <p:nvPr/>
        </p:nvSpPr>
        <p:spPr>
          <a:xfrm>
            <a:off x="2833855" y="1038607"/>
            <a:ext cx="6524289" cy="686726"/>
          </a:xfrm>
          <a:prstGeom prst="rect">
            <a:avLst/>
          </a:prstGeom>
        </p:spPr>
        <p:txBody>
          <a:bodyPr wrap="square" lIns="0" tIns="0" rIns="0" bIns="0" rtlCol="0" anchor="t">
            <a:spAutoFit/>
          </a:bodyPr>
          <a:lstStyle/>
          <a:p>
            <a:pPr marL="0" lvl="0" indent="0" algn="ctr">
              <a:lnSpc>
                <a:spcPts val="5560"/>
              </a:lnSpc>
            </a:pPr>
            <a:r>
              <a:rPr lang="en-US" sz="4000" spc="378" dirty="0">
                <a:solidFill>
                  <a:srgbClr val="FF6B00"/>
                </a:solidFill>
                <a:latin typeface="Tw Cen MT" panose="020B0602020104020603" pitchFamily="34" charset="77"/>
              </a:rPr>
              <a:t>CRITERIA</a:t>
            </a:r>
          </a:p>
        </p:txBody>
      </p:sp>
      <p:cxnSp>
        <p:nvCxnSpPr>
          <p:cNvPr id="68" name="Straight Connector 67">
            <a:extLst>
              <a:ext uri="{FF2B5EF4-FFF2-40B4-BE49-F238E27FC236}">
                <a16:creationId xmlns:a16="http://schemas.microsoft.com/office/drawing/2014/main" id="{EEAB18A7-D326-910E-8161-82CC8CEB5255}"/>
              </a:ext>
            </a:extLst>
          </p:cNvPr>
          <p:cNvCxnSpPr>
            <a:cxnSpLocks/>
          </p:cNvCxnSpPr>
          <p:nvPr/>
        </p:nvCxnSpPr>
        <p:spPr>
          <a:xfrm>
            <a:off x="22158" y="497181"/>
            <a:ext cx="12192000" cy="0"/>
          </a:xfrm>
          <a:prstGeom prst="line">
            <a:avLst/>
          </a:prstGeom>
          <a:ln w="25400" cmpd="sng">
            <a:solidFill>
              <a:srgbClr val="FF6B00"/>
            </a:solidFill>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DC1C13BF-DF4A-230C-D8F3-39A1205C7C82}"/>
              </a:ext>
            </a:extLst>
          </p:cNvPr>
          <p:cNvSpPr/>
          <p:nvPr/>
        </p:nvSpPr>
        <p:spPr>
          <a:xfrm>
            <a:off x="4414049" y="111364"/>
            <a:ext cx="3408219" cy="771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7CC751D4-FD14-14ED-DA41-02EB85482ED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97068" y="8621"/>
            <a:ext cx="2597861" cy="1071700"/>
          </a:xfrm>
          <a:prstGeom prst="rect">
            <a:avLst/>
          </a:prstGeom>
        </p:spPr>
      </p:pic>
      <p:sp>
        <p:nvSpPr>
          <p:cNvPr id="8" name="Content Placeholder 4">
            <a:extLst>
              <a:ext uri="{FF2B5EF4-FFF2-40B4-BE49-F238E27FC236}">
                <a16:creationId xmlns:a16="http://schemas.microsoft.com/office/drawing/2014/main" id="{A14582BC-266B-4517-0A2F-3CE5053C93C0}"/>
              </a:ext>
            </a:extLst>
          </p:cNvPr>
          <p:cNvSpPr txBox="1">
            <a:spLocks/>
          </p:cNvSpPr>
          <p:nvPr/>
        </p:nvSpPr>
        <p:spPr>
          <a:xfrm>
            <a:off x="852616" y="2284588"/>
            <a:ext cx="9013444" cy="2535582"/>
          </a:xfrm>
          <a:prstGeom prst="rect">
            <a:avLst/>
          </a:prstGeom>
        </p:spPr>
        <p:txBody>
          <a:bodyPr numCol="2" spcCol="36000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A3D"/>
                </a:solidFill>
                <a:latin typeface="GOTHAM-BOOK" panose="02000504050000020004"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A3D"/>
                </a:solidFill>
                <a:latin typeface="GOTHAM-BOOK" panose="02000504050000020004"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A3D"/>
                </a:solidFill>
                <a:latin typeface="GOTHAM-BOOK" panose="02000504050000020004"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A3D"/>
                </a:solidFill>
                <a:latin typeface="GOTHAM-BOOK" panose="0200050405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600"/>
              </a:spcAft>
              <a:buFont typeface="Arial" panose="020B0604020202020204" pitchFamily="34" charset="0"/>
              <a:buNone/>
            </a:pPr>
            <a:endParaRPr lang="en-US" sz="2600" dirty="0"/>
          </a:p>
        </p:txBody>
      </p:sp>
      <p:graphicFrame>
        <p:nvGraphicFramePr>
          <p:cNvPr id="4" name="Table 3">
            <a:extLst>
              <a:ext uri="{FF2B5EF4-FFF2-40B4-BE49-F238E27FC236}">
                <a16:creationId xmlns:a16="http://schemas.microsoft.com/office/drawing/2014/main" id="{EC2D3924-4688-E3BE-F061-2652E7F9E108}"/>
              </a:ext>
            </a:extLst>
          </p:cNvPr>
          <p:cNvGraphicFramePr>
            <a:graphicFrameLocks noGrp="1"/>
          </p:cNvGraphicFramePr>
          <p:nvPr>
            <p:extLst>
              <p:ext uri="{D42A27DB-BD31-4B8C-83A1-F6EECF244321}">
                <p14:modId xmlns:p14="http://schemas.microsoft.com/office/powerpoint/2010/main" val="1184665545"/>
              </p:ext>
            </p:extLst>
          </p:nvPr>
        </p:nvGraphicFramePr>
        <p:xfrm>
          <a:off x="852614" y="2189225"/>
          <a:ext cx="10486768" cy="3630168"/>
        </p:xfrm>
        <a:graphic>
          <a:graphicData uri="http://schemas.openxmlformats.org/drawingml/2006/table">
            <a:tbl>
              <a:tblPr firstRow="1" bandRow="1">
                <a:tableStyleId>{5C22544A-7EE6-4342-B048-85BDC9FD1C3A}</a:tableStyleId>
              </a:tblPr>
              <a:tblGrid>
                <a:gridCol w="1310846">
                  <a:extLst>
                    <a:ext uri="{9D8B030D-6E8A-4147-A177-3AD203B41FA5}">
                      <a16:colId xmlns:a16="http://schemas.microsoft.com/office/drawing/2014/main" val="3944598951"/>
                    </a:ext>
                  </a:extLst>
                </a:gridCol>
                <a:gridCol w="1310846">
                  <a:extLst>
                    <a:ext uri="{9D8B030D-6E8A-4147-A177-3AD203B41FA5}">
                      <a16:colId xmlns:a16="http://schemas.microsoft.com/office/drawing/2014/main" val="1784966417"/>
                    </a:ext>
                  </a:extLst>
                </a:gridCol>
                <a:gridCol w="1310846">
                  <a:extLst>
                    <a:ext uri="{9D8B030D-6E8A-4147-A177-3AD203B41FA5}">
                      <a16:colId xmlns:a16="http://schemas.microsoft.com/office/drawing/2014/main" val="2681024973"/>
                    </a:ext>
                  </a:extLst>
                </a:gridCol>
                <a:gridCol w="1310846">
                  <a:extLst>
                    <a:ext uri="{9D8B030D-6E8A-4147-A177-3AD203B41FA5}">
                      <a16:colId xmlns:a16="http://schemas.microsoft.com/office/drawing/2014/main" val="4082022347"/>
                    </a:ext>
                  </a:extLst>
                </a:gridCol>
                <a:gridCol w="1310846">
                  <a:extLst>
                    <a:ext uri="{9D8B030D-6E8A-4147-A177-3AD203B41FA5}">
                      <a16:colId xmlns:a16="http://schemas.microsoft.com/office/drawing/2014/main" val="2360729846"/>
                    </a:ext>
                  </a:extLst>
                </a:gridCol>
                <a:gridCol w="1310846">
                  <a:extLst>
                    <a:ext uri="{9D8B030D-6E8A-4147-A177-3AD203B41FA5}">
                      <a16:colId xmlns:a16="http://schemas.microsoft.com/office/drawing/2014/main" val="416150894"/>
                    </a:ext>
                  </a:extLst>
                </a:gridCol>
                <a:gridCol w="1310846">
                  <a:extLst>
                    <a:ext uri="{9D8B030D-6E8A-4147-A177-3AD203B41FA5}">
                      <a16:colId xmlns:a16="http://schemas.microsoft.com/office/drawing/2014/main" val="473683896"/>
                    </a:ext>
                  </a:extLst>
                </a:gridCol>
                <a:gridCol w="1310846">
                  <a:extLst>
                    <a:ext uri="{9D8B030D-6E8A-4147-A177-3AD203B41FA5}">
                      <a16:colId xmlns:a16="http://schemas.microsoft.com/office/drawing/2014/main" val="4196029972"/>
                    </a:ext>
                  </a:extLst>
                </a:gridCol>
              </a:tblGrid>
              <a:tr h="469862">
                <a:tc>
                  <a:txBody>
                    <a:bodyPr/>
                    <a:lstStyle/>
                    <a:p>
                      <a:r>
                        <a:rPr lang="en-US" sz="1400" dirty="0"/>
                        <a:t>Description</a:t>
                      </a:r>
                    </a:p>
                  </a:txBody>
                  <a:tcPr/>
                </a:tc>
                <a:tc>
                  <a:txBody>
                    <a:bodyPr/>
                    <a:lstStyle/>
                    <a:p>
                      <a:endParaRPr lang="en-US" sz="1400" dirty="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endParaRPr lang="en-US" sz="1400"/>
                    </a:p>
                  </a:txBody>
                  <a:tcPr/>
                </a:tc>
                <a:tc>
                  <a:txBody>
                    <a:bodyPr/>
                    <a:lstStyle/>
                    <a:p>
                      <a:pPr algn="ctr"/>
                      <a:r>
                        <a:rPr lang="en-US" sz="1400" dirty="0"/>
                        <a:t>WEIGHTAGE</a:t>
                      </a:r>
                    </a:p>
                  </a:txBody>
                  <a:tcPr/>
                </a:tc>
                <a:tc>
                  <a:txBody>
                    <a:bodyPr/>
                    <a:lstStyle/>
                    <a:p>
                      <a:pPr algn="ctr"/>
                      <a:r>
                        <a:rPr lang="en-US" sz="1400" dirty="0"/>
                        <a:t>SCORE</a:t>
                      </a:r>
                    </a:p>
                  </a:txBody>
                  <a:tcPr/>
                </a:tc>
                <a:extLst>
                  <a:ext uri="{0D108BD9-81ED-4DB2-BD59-A6C34878D82A}">
                    <a16:rowId xmlns:a16="http://schemas.microsoft.com/office/drawing/2014/main" val="3906367424"/>
                  </a:ext>
                </a:extLst>
              </a:tr>
              <a:tr h="469862">
                <a:tc rowSpan="2">
                  <a:txBody>
                    <a:bodyPr/>
                    <a:lstStyle/>
                    <a:p>
                      <a:r>
                        <a:rPr lang="en-US" sz="1400" dirty="0"/>
                        <a:t>Years in Company</a:t>
                      </a:r>
                    </a:p>
                  </a:txBody>
                  <a:tcPr anchor="ctr"/>
                </a:tc>
                <a:tc>
                  <a:txBody>
                    <a:bodyPr/>
                    <a:lstStyle/>
                    <a:p>
                      <a:pPr algn="ctr"/>
                      <a:r>
                        <a:rPr lang="en-US" sz="1400" dirty="0"/>
                        <a:t>&gt; 3 </a:t>
                      </a:r>
                      <a:r>
                        <a:rPr lang="en-US" sz="1400" dirty="0" err="1"/>
                        <a:t>yrs</a:t>
                      </a:r>
                      <a:endParaRPr lang="en-US" sz="1400" dirty="0"/>
                    </a:p>
                  </a:txBody>
                  <a:tcPr/>
                </a:tc>
                <a:tc>
                  <a:txBody>
                    <a:bodyPr/>
                    <a:lstStyle/>
                    <a:p>
                      <a:pPr algn="ctr"/>
                      <a:r>
                        <a:rPr lang="en-US" sz="1400" dirty="0"/>
                        <a:t>&gt; 5 </a:t>
                      </a:r>
                      <a:r>
                        <a:rPr lang="en-US" sz="1400" dirty="0" err="1"/>
                        <a:t>yrs</a:t>
                      </a:r>
                      <a:endParaRPr lang="en-US" sz="1400" dirty="0"/>
                    </a:p>
                  </a:txBody>
                  <a:tcPr/>
                </a:tc>
                <a:tc>
                  <a:txBody>
                    <a:bodyPr/>
                    <a:lstStyle/>
                    <a:p>
                      <a:pPr algn="ctr"/>
                      <a:r>
                        <a:rPr lang="en-US" sz="1400" dirty="0"/>
                        <a:t>&gt; 7 </a:t>
                      </a:r>
                      <a:r>
                        <a:rPr lang="en-US" sz="1400" dirty="0" err="1"/>
                        <a:t>yrs</a:t>
                      </a:r>
                      <a:endParaRPr lang="en-US" sz="1400" dirty="0"/>
                    </a:p>
                  </a:txBody>
                  <a:tcPr/>
                </a:tc>
                <a:tc>
                  <a:txBody>
                    <a:bodyPr/>
                    <a:lstStyle/>
                    <a:p>
                      <a:pPr algn="ctr"/>
                      <a:r>
                        <a:rPr lang="en-US" sz="1400" dirty="0"/>
                        <a:t>&gt; 9 </a:t>
                      </a:r>
                      <a:r>
                        <a:rPr lang="en-US" sz="1400" dirty="0" err="1"/>
                        <a:t>yrs</a:t>
                      </a:r>
                      <a:endParaRPr lang="en-US" sz="1400" dirty="0"/>
                    </a:p>
                  </a:txBody>
                  <a:tcPr/>
                </a:tc>
                <a:tc>
                  <a:txBody>
                    <a:bodyPr/>
                    <a:lstStyle/>
                    <a:p>
                      <a:pPr algn="ctr"/>
                      <a:r>
                        <a:rPr lang="en-US" sz="1400" dirty="0"/>
                        <a:t>&gt; 12 </a:t>
                      </a:r>
                      <a:r>
                        <a:rPr lang="en-US" sz="1400" dirty="0" err="1"/>
                        <a:t>yrs</a:t>
                      </a:r>
                      <a:endParaRPr lang="en-US" sz="1400" dirty="0"/>
                    </a:p>
                  </a:txBody>
                  <a:tcPr/>
                </a:tc>
                <a:tc rowSpan="2">
                  <a:txBody>
                    <a:bodyPr/>
                    <a:lstStyle/>
                    <a:p>
                      <a:pPr algn="ctr"/>
                      <a:r>
                        <a:rPr lang="en-US" sz="1400" dirty="0"/>
                        <a:t>15%</a:t>
                      </a:r>
                    </a:p>
                  </a:txBody>
                  <a:tcPr anchor="ctr"/>
                </a:tc>
                <a:tc rowSpan="2">
                  <a:txBody>
                    <a:bodyPr/>
                    <a:lstStyle/>
                    <a:p>
                      <a:endParaRPr lang="en-US" sz="1400" dirty="0"/>
                    </a:p>
                  </a:txBody>
                  <a:tcPr/>
                </a:tc>
                <a:extLst>
                  <a:ext uri="{0D108BD9-81ED-4DB2-BD59-A6C34878D82A}">
                    <a16:rowId xmlns:a16="http://schemas.microsoft.com/office/drawing/2014/main" val="2391249897"/>
                  </a:ext>
                </a:extLst>
              </a:tr>
              <a:tr h="469862">
                <a:tc vMerge="1">
                  <a:txBody>
                    <a:bodyPr/>
                    <a:lstStyle/>
                    <a:p>
                      <a:endParaRPr lang="en-US" sz="1200" dirty="0"/>
                    </a:p>
                  </a:txBody>
                  <a:tcPr anchor="ctr"/>
                </a:tc>
                <a:tc>
                  <a:txBody>
                    <a:bodyPr/>
                    <a:lstStyle/>
                    <a:p>
                      <a:pPr algn="ctr"/>
                      <a:r>
                        <a:rPr lang="en-US" sz="1400" dirty="0"/>
                        <a:t>1</a:t>
                      </a:r>
                    </a:p>
                  </a:txBody>
                  <a:tcPr/>
                </a:tc>
                <a:tc>
                  <a:txBody>
                    <a:bodyPr/>
                    <a:lstStyle/>
                    <a:p>
                      <a:pPr algn="ctr"/>
                      <a:r>
                        <a:rPr lang="en-US" sz="1400" dirty="0"/>
                        <a:t>2</a:t>
                      </a:r>
                    </a:p>
                  </a:txBody>
                  <a:tcPr/>
                </a:tc>
                <a:tc>
                  <a:txBody>
                    <a:bodyPr/>
                    <a:lstStyle/>
                    <a:p>
                      <a:pPr algn="ctr"/>
                      <a:r>
                        <a:rPr lang="en-US" sz="1400" dirty="0"/>
                        <a:t>3</a:t>
                      </a:r>
                    </a:p>
                  </a:txBody>
                  <a:tcPr/>
                </a:tc>
                <a:tc>
                  <a:txBody>
                    <a:bodyPr/>
                    <a:lstStyle/>
                    <a:p>
                      <a:pPr algn="ctr"/>
                      <a:r>
                        <a:rPr lang="en-US" sz="1400" dirty="0"/>
                        <a:t>4</a:t>
                      </a:r>
                    </a:p>
                  </a:txBody>
                  <a:tcPr/>
                </a:tc>
                <a:tc>
                  <a:txBody>
                    <a:bodyPr/>
                    <a:lstStyle/>
                    <a:p>
                      <a:pPr algn="ctr"/>
                      <a:r>
                        <a:rPr lang="en-US" sz="1400" dirty="0"/>
                        <a:t>5</a:t>
                      </a:r>
                    </a:p>
                  </a:txBody>
                  <a:tcPr/>
                </a:tc>
                <a:tc vMerge="1">
                  <a:txBody>
                    <a:bodyPr/>
                    <a:lstStyle/>
                    <a:p>
                      <a:endParaRPr lang="en-US" sz="1200" dirty="0"/>
                    </a:p>
                  </a:txBody>
                  <a:tcPr/>
                </a:tc>
                <a:tc vMerge="1">
                  <a:txBody>
                    <a:bodyPr/>
                    <a:lstStyle/>
                    <a:p>
                      <a:endParaRPr lang="en-US" sz="1200" dirty="0"/>
                    </a:p>
                  </a:txBody>
                  <a:tcPr/>
                </a:tc>
                <a:extLst>
                  <a:ext uri="{0D108BD9-81ED-4DB2-BD59-A6C34878D82A}">
                    <a16:rowId xmlns:a16="http://schemas.microsoft.com/office/drawing/2014/main" val="4184484548"/>
                  </a:ext>
                </a:extLst>
              </a:tr>
              <a:tr h="469862">
                <a:tc rowSpan="2">
                  <a:txBody>
                    <a:bodyPr/>
                    <a:lstStyle/>
                    <a:p>
                      <a:r>
                        <a:rPr lang="en-US" sz="1400" dirty="0"/>
                        <a:t>Current Year Performance</a:t>
                      </a:r>
                    </a:p>
                  </a:txBody>
                  <a:tcPr anchor="ctr"/>
                </a:tc>
                <a:tc>
                  <a:txBody>
                    <a:bodyPr/>
                    <a:lstStyle/>
                    <a:p>
                      <a:pPr algn="ctr"/>
                      <a:r>
                        <a:rPr lang="en-US" sz="1400" dirty="0"/>
                        <a:t>&gt;3.5</a:t>
                      </a:r>
                    </a:p>
                  </a:txBody>
                  <a:tcPr/>
                </a:tc>
                <a:tc>
                  <a:txBody>
                    <a:bodyPr/>
                    <a:lstStyle/>
                    <a:p>
                      <a:pPr algn="ctr"/>
                      <a:r>
                        <a:rPr lang="en-US" sz="1400" dirty="0"/>
                        <a:t>&gt;4</a:t>
                      </a:r>
                    </a:p>
                  </a:txBody>
                  <a:tcPr/>
                </a:tc>
                <a:tc>
                  <a:txBody>
                    <a:bodyPr/>
                    <a:lstStyle/>
                    <a:p>
                      <a:pPr algn="ctr"/>
                      <a:r>
                        <a:rPr lang="en-US" sz="1400" dirty="0"/>
                        <a:t>&gt;4.5</a:t>
                      </a:r>
                    </a:p>
                  </a:txBody>
                  <a:tcPr/>
                </a:tc>
                <a:tc>
                  <a:txBody>
                    <a:bodyPr/>
                    <a:lstStyle/>
                    <a:p>
                      <a:pPr algn="ctr"/>
                      <a:r>
                        <a:rPr lang="en-US" sz="1400" dirty="0"/>
                        <a:t>&gt;4.75</a:t>
                      </a:r>
                    </a:p>
                  </a:txBody>
                  <a:tcPr/>
                </a:tc>
                <a:tc>
                  <a:txBody>
                    <a:bodyPr/>
                    <a:lstStyle/>
                    <a:p>
                      <a:pPr algn="ctr"/>
                      <a:r>
                        <a:rPr lang="en-US" sz="1400" dirty="0"/>
                        <a:t>5</a:t>
                      </a:r>
                    </a:p>
                  </a:txBody>
                  <a:tcPr/>
                </a:tc>
                <a:tc rowSpan="2">
                  <a:txBody>
                    <a:bodyPr/>
                    <a:lstStyle/>
                    <a:p>
                      <a:pPr algn="ctr"/>
                      <a:r>
                        <a:rPr lang="en-US" sz="1400" dirty="0"/>
                        <a:t>60%</a:t>
                      </a:r>
                    </a:p>
                  </a:txBody>
                  <a:tcPr anchor="ctr"/>
                </a:tc>
                <a:tc rowSpan="2">
                  <a:txBody>
                    <a:bodyPr/>
                    <a:lstStyle/>
                    <a:p>
                      <a:endParaRPr lang="en-US" sz="1400" dirty="0"/>
                    </a:p>
                  </a:txBody>
                  <a:tcPr/>
                </a:tc>
                <a:extLst>
                  <a:ext uri="{0D108BD9-81ED-4DB2-BD59-A6C34878D82A}">
                    <a16:rowId xmlns:a16="http://schemas.microsoft.com/office/drawing/2014/main" val="3060307258"/>
                  </a:ext>
                </a:extLst>
              </a:tr>
              <a:tr h="469862">
                <a:tc vMerge="1">
                  <a:txBody>
                    <a:bodyPr/>
                    <a:lstStyle/>
                    <a:p>
                      <a:endParaRPr lang="en-US" sz="1200" dirty="0"/>
                    </a:p>
                  </a:txBody>
                  <a:tcPr/>
                </a:tc>
                <a:tc>
                  <a:txBody>
                    <a:bodyPr/>
                    <a:lstStyle/>
                    <a:p>
                      <a:pPr algn="ctr"/>
                      <a:r>
                        <a:rPr lang="en-US" sz="1400" dirty="0"/>
                        <a:t>1</a:t>
                      </a:r>
                    </a:p>
                  </a:txBody>
                  <a:tcPr/>
                </a:tc>
                <a:tc>
                  <a:txBody>
                    <a:bodyPr/>
                    <a:lstStyle/>
                    <a:p>
                      <a:pPr algn="ctr"/>
                      <a:r>
                        <a:rPr lang="en-US" sz="1400" dirty="0"/>
                        <a:t>2</a:t>
                      </a:r>
                    </a:p>
                  </a:txBody>
                  <a:tcPr/>
                </a:tc>
                <a:tc>
                  <a:txBody>
                    <a:bodyPr/>
                    <a:lstStyle/>
                    <a:p>
                      <a:pPr algn="ctr"/>
                      <a:r>
                        <a:rPr lang="en-US" sz="1400" dirty="0"/>
                        <a:t>3</a:t>
                      </a:r>
                    </a:p>
                  </a:txBody>
                  <a:tcPr/>
                </a:tc>
                <a:tc>
                  <a:txBody>
                    <a:bodyPr/>
                    <a:lstStyle/>
                    <a:p>
                      <a:pPr algn="ctr"/>
                      <a:r>
                        <a:rPr lang="en-US" sz="1400" dirty="0"/>
                        <a:t>4</a:t>
                      </a:r>
                    </a:p>
                  </a:txBody>
                  <a:tcPr/>
                </a:tc>
                <a:tc>
                  <a:txBody>
                    <a:bodyPr/>
                    <a:lstStyle/>
                    <a:p>
                      <a:pPr algn="ctr"/>
                      <a:r>
                        <a:rPr lang="en-US" sz="1400" dirty="0"/>
                        <a:t>5</a:t>
                      </a:r>
                    </a:p>
                  </a:txBody>
                  <a:tcPr/>
                </a:tc>
                <a:tc vMerge="1">
                  <a:txBody>
                    <a:bodyPr/>
                    <a:lstStyle/>
                    <a:p>
                      <a:endParaRPr lang="en-US" sz="1200" dirty="0"/>
                    </a:p>
                  </a:txBody>
                  <a:tcPr/>
                </a:tc>
                <a:tc vMerge="1">
                  <a:txBody>
                    <a:bodyPr/>
                    <a:lstStyle/>
                    <a:p>
                      <a:endParaRPr lang="en-US" sz="1200" dirty="0"/>
                    </a:p>
                  </a:txBody>
                  <a:tcPr/>
                </a:tc>
                <a:extLst>
                  <a:ext uri="{0D108BD9-81ED-4DB2-BD59-A6C34878D82A}">
                    <a16:rowId xmlns:a16="http://schemas.microsoft.com/office/drawing/2014/main" val="2739758759"/>
                  </a:ext>
                </a:extLst>
              </a:tr>
              <a:tr h="810996">
                <a:tc rowSpan="2">
                  <a:txBody>
                    <a:bodyPr/>
                    <a:lstStyle/>
                    <a:p>
                      <a:r>
                        <a:rPr lang="en-US" sz="1400" dirty="0"/>
                        <a:t>Potential In Future</a:t>
                      </a:r>
                    </a:p>
                  </a:txBody>
                  <a:tcPr anchor="ctr"/>
                </a:tc>
                <a:tc>
                  <a:txBody>
                    <a:bodyPr/>
                    <a:lstStyle/>
                    <a:p>
                      <a:pPr algn="ctr"/>
                      <a:r>
                        <a:rPr lang="en-US" sz="1400" dirty="0"/>
                        <a:t>75% assume Senior Manager Role</a:t>
                      </a:r>
                    </a:p>
                  </a:txBody>
                  <a:tcPr/>
                </a:tc>
                <a:tc>
                  <a:txBody>
                    <a:bodyPr/>
                    <a:lstStyle/>
                    <a:p>
                      <a:pPr algn="ctr"/>
                      <a:r>
                        <a:rPr lang="en-US" sz="1400" dirty="0"/>
                        <a:t>Holding Senior Manager Role</a:t>
                      </a:r>
                    </a:p>
                  </a:txBody>
                  <a:tcPr/>
                </a:tc>
                <a:tc>
                  <a:txBody>
                    <a:bodyPr/>
                    <a:lstStyle/>
                    <a:p>
                      <a:pPr algn="ctr"/>
                      <a:r>
                        <a:rPr lang="en-US" sz="1400" dirty="0"/>
                        <a:t>50% to assume Director role</a:t>
                      </a:r>
                    </a:p>
                  </a:txBody>
                  <a:tcPr/>
                </a:tc>
                <a:tc>
                  <a:txBody>
                    <a:bodyPr/>
                    <a:lstStyle/>
                    <a:p>
                      <a:pPr algn="ctr"/>
                      <a:r>
                        <a:rPr lang="en-US" sz="1400" dirty="0"/>
                        <a:t>75% to assume Director Role</a:t>
                      </a:r>
                    </a:p>
                  </a:txBody>
                  <a:tcPr/>
                </a:tc>
                <a:tc>
                  <a:txBody>
                    <a:bodyPr/>
                    <a:lstStyle/>
                    <a:p>
                      <a:pPr algn="ctr"/>
                      <a:r>
                        <a:rPr lang="en-US" sz="1400" dirty="0"/>
                        <a:t>Assume Director Role</a:t>
                      </a:r>
                    </a:p>
                  </a:txBody>
                  <a:tcPr/>
                </a:tc>
                <a:tc rowSpan="2">
                  <a:txBody>
                    <a:bodyPr/>
                    <a:lstStyle/>
                    <a:p>
                      <a:pPr algn="ctr"/>
                      <a:r>
                        <a:rPr lang="en-US" sz="1400" dirty="0"/>
                        <a:t>25%</a:t>
                      </a:r>
                    </a:p>
                  </a:txBody>
                  <a:tcPr anchor="ctr"/>
                </a:tc>
                <a:tc rowSpan="2">
                  <a:txBody>
                    <a:bodyPr/>
                    <a:lstStyle/>
                    <a:p>
                      <a:endParaRPr lang="en-US" sz="1400" dirty="0"/>
                    </a:p>
                  </a:txBody>
                  <a:tcPr/>
                </a:tc>
                <a:extLst>
                  <a:ext uri="{0D108BD9-81ED-4DB2-BD59-A6C34878D82A}">
                    <a16:rowId xmlns:a16="http://schemas.microsoft.com/office/drawing/2014/main" val="3844314201"/>
                  </a:ext>
                </a:extLst>
              </a:tr>
              <a:tr h="469862">
                <a:tc vMerge="1">
                  <a:txBody>
                    <a:bodyPr/>
                    <a:lstStyle/>
                    <a:p>
                      <a:endParaRPr lang="en-US" sz="1200" dirty="0"/>
                    </a:p>
                  </a:txBody>
                  <a:tcPr/>
                </a:tc>
                <a:tc>
                  <a:txBody>
                    <a:bodyPr/>
                    <a:lstStyle/>
                    <a:p>
                      <a:pPr algn="ctr"/>
                      <a:r>
                        <a:rPr lang="en-US" sz="1400" dirty="0"/>
                        <a:t>1</a:t>
                      </a:r>
                    </a:p>
                  </a:txBody>
                  <a:tcPr/>
                </a:tc>
                <a:tc>
                  <a:txBody>
                    <a:bodyPr/>
                    <a:lstStyle/>
                    <a:p>
                      <a:pPr algn="ctr"/>
                      <a:r>
                        <a:rPr lang="en-US" sz="1400" dirty="0"/>
                        <a:t>2</a:t>
                      </a:r>
                    </a:p>
                  </a:txBody>
                  <a:tcPr/>
                </a:tc>
                <a:tc>
                  <a:txBody>
                    <a:bodyPr/>
                    <a:lstStyle/>
                    <a:p>
                      <a:pPr algn="ctr"/>
                      <a:r>
                        <a:rPr lang="en-US" sz="1400" dirty="0"/>
                        <a:t>3</a:t>
                      </a:r>
                    </a:p>
                  </a:txBody>
                  <a:tcPr/>
                </a:tc>
                <a:tc>
                  <a:txBody>
                    <a:bodyPr/>
                    <a:lstStyle/>
                    <a:p>
                      <a:pPr algn="ctr"/>
                      <a:r>
                        <a:rPr lang="en-US" sz="1400" dirty="0"/>
                        <a:t>4</a:t>
                      </a:r>
                    </a:p>
                  </a:txBody>
                  <a:tcPr/>
                </a:tc>
                <a:tc>
                  <a:txBody>
                    <a:bodyPr/>
                    <a:lstStyle/>
                    <a:p>
                      <a:pPr algn="ctr"/>
                      <a:r>
                        <a:rPr lang="en-US" sz="1400" dirty="0"/>
                        <a:t>5</a:t>
                      </a:r>
                    </a:p>
                  </a:txBody>
                  <a:tcPr/>
                </a:tc>
                <a:tc vMerge="1">
                  <a:txBody>
                    <a:bodyPr/>
                    <a:lstStyle/>
                    <a:p>
                      <a:endParaRPr lang="en-US" sz="1200" dirty="0"/>
                    </a:p>
                  </a:txBody>
                  <a:tcPr/>
                </a:tc>
                <a:tc vMerge="1">
                  <a:txBody>
                    <a:bodyPr/>
                    <a:lstStyle/>
                    <a:p>
                      <a:endParaRPr lang="en-US" sz="1200" dirty="0"/>
                    </a:p>
                  </a:txBody>
                  <a:tcPr/>
                </a:tc>
                <a:extLst>
                  <a:ext uri="{0D108BD9-81ED-4DB2-BD59-A6C34878D82A}">
                    <a16:rowId xmlns:a16="http://schemas.microsoft.com/office/drawing/2014/main" val="706404143"/>
                  </a:ext>
                </a:extLst>
              </a:tr>
            </a:tbl>
          </a:graphicData>
        </a:graphic>
      </p:graphicFrame>
    </p:spTree>
    <p:extLst>
      <p:ext uri="{BB962C8B-B14F-4D97-AF65-F5344CB8AC3E}">
        <p14:creationId xmlns:p14="http://schemas.microsoft.com/office/powerpoint/2010/main" val="2371579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4395</TotalTime>
  <Words>541</Words>
  <Application>Microsoft Macintosh PowerPoint</Application>
  <PresentationFormat>Widescreen</PresentationFormat>
  <Paragraphs>94</Paragraphs>
  <Slides>8</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Arial</vt:lpstr>
      <vt:lpstr>Calibri</vt:lpstr>
      <vt:lpstr>Gotham</vt:lpstr>
      <vt:lpstr>Gotham 1 Bold</vt:lpstr>
      <vt:lpstr>Gotham 2 Bold Italics</vt:lpstr>
      <vt:lpstr>Gotham 3</vt:lpstr>
      <vt:lpstr>GOTHAM-BOOK</vt:lpstr>
      <vt:lpstr>GOTHAM-MEDIUM</vt:lpstr>
      <vt:lpstr>Tw Cen MT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Qin Jie Alvin Yeo</dc:creator>
  <cp:lastModifiedBy>Daryl Toh</cp:lastModifiedBy>
  <cp:revision>9</cp:revision>
  <dcterms:created xsi:type="dcterms:W3CDTF">2019-04-08T13:35:13Z</dcterms:created>
  <dcterms:modified xsi:type="dcterms:W3CDTF">2023-10-28T04:35:42Z</dcterms:modified>
</cp:coreProperties>
</file>